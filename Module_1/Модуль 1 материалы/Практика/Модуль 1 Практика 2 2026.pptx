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</p:sldIdLst>
  <p:sldSz cx="12192000" cy="6858000"/>
  <p:notesSz cx="6858000" cy="9144000"/>
  <p:embeddedFontLst>
    <p:embeddedFont>
      <p:font typeface="Open Sans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jv5A+4jUkkAkS0TB9lHiSCURrm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-485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903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gin/devic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&#1080;&#1084;&#1103;_&#1087;&#1086;&#1083;&#1100;&#1079;&#1086;&#1074;&#1072;&#1090;&#1077;&#1083;&#1103;_github/&#1085;&#1072;&#1079;&#1074;&#1072;&#1085;&#1080;&#1077;_&#1088;&#1077;&#1087;&#1086;&#1079;&#1080;&#1090;&#1086;&#1088;&#1080;&#1103;.gi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&#1080;&#1084;&#1103;_&#1087;&#1086;&#1083;&#1100;&#1079;&#1086;&#1074;&#1072;&#1090;&#1077;&#1083;&#1103;_github/&#1085;&#1072;&#1079;&#1074;&#1072;&#1085;&#1080;&#1077;_&#1088;&#1077;&#1087;&#1086;&#1079;&#1080;&#1090;&#1086;&#1088;&#1080;&#1103;.g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Элтекс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Модуль </a:t>
            </a:r>
            <a:r>
              <a:rPr lang="ru-RU"/>
              <a:t>1 </a:t>
            </a:r>
            <a:r>
              <a:rPr lang="ru-RU" smtClean="0"/>
              <a:t>Занятие </a:t>
            </a:r>
            <a:r>
              <a:rPr lang="ru-RU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Темы</a:t>
            </a:r>
            <a:endParaRPr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Управление пользователями.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Строковые </a:t>
            </a:r>
            <a:r>
              <a:rPr lang="ru-RU" dirty="0"/>
              <a:t>обработчики. Регулярные выражения.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Поиск файлов.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Архивирование </a:t>
            </a:r>
            <a:r>
              <a:rPr lang="ru-RU" dirty="0"/>
              <a:t>и сжатие данных</a:t>
            </a:r>
            <a:r>
              <a:rPr lang="ru-RU" dirty="0" smtClean="0"/>
              <a:t>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Настройка </a:t>
            </a:r>
            <a:r>
              <a:rPr lang="en-US" dirty="0" err="1" smtClean="0"/>
              <a:t>github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sed – потоковый текстовый редактор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echo “This is a test” | sed ‘s/test/another test/’ </a:t>
            </a:r>
            <a:r>
              <a:rPr lang="ru-RU"/>
              <a:t>– заменяет слово test словами another test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Для шаблонов текста используются знаки /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 – замена одного текста другим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sed можно применить к файлу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‘s/test/another test/’ ./myfile</a:t>
            </a:r>
            <a:r>
              <a:rPr lang="ru-RU"/>
              <a:t> применится ко всему файлу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ВАЖНО sed не изменяет файл, он отправляет результат в STDOUT. Поток вывода можно перенаправить в другой файл или в тот же самый файл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body" idx="1"/>
          </p:nvPr>
        </p:nvSpPr>
        <p:spPr>
          <a:xfrm>
            <a:off x="838200" y="337625"/>
            <a:ext cx="10515600" cy="583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Для выполнения нескольких действий с одним файлом, нужно добавить ключ –e и 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–e ‘s/This/That/; s/test/another test’ ./myfile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Перед ; не должно быть пробела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Исполняемые команды могут быть записаны в файл, в этом случае вызов происходит так: </a:t>
            </a:r>
            <a:r>
              <a:rPr lang="ru-RU" b="1"/>
              <a:t>sed –f mycommands myfile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Отдельные команды пишутся с новой строки, кавычки не ставятся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работаем с текстовым файлом, где шаблон встречается несколько раз, то операция применится только один раз при первом обнаружении шаблона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Нужны флаги. </a:t>
            </a:r>
            <a:r>
              <a:rPr lang="ru-RU" b="1"/>
              <a:t>g</a:t>
            </a:r>
            <a:r>
              <a:rPr lang="ru-RU"/>
              <a:t> – все вхождения шаблона, </a:t>
            </a:r>
            <a:r>
              <a:rPr lang="ru-RU" b="1"/>
              <a:t>№</a:t>
            </a:r>
            <a:r>
              <a:rPr lang="ru-RU"/>
              <a:t> – провести операцию с найденным шаблоном </a:t>
            </a:r>
            <a:r>
              <a:rPr lang="ru-RU" b="1"/>
              <a:t>№</a:t>
            </a:r>
            <a:r>
              <a:rPr lang="ru-RU"/>
              <a:t>, </a:t>
            </a:r>
            <a:r>
              <a:rPr lang="ru-RU" b="1"/>
              <a:t>p</a:t>
            </a:r>
            <a:r>
              <a:rPr lang="ru-RU"/>
              <a:t> – вывести исходную строку, </a:t>
            </a:r>
            <a:r>
              <a:rPr lang="ru-RU" b="1"/>
              <a:t>w file</a:t>
            </a:r>
            <a:r>
              <a:rPr lang="ru-RU"/>
              <a:t> – записать результат работы в file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Можно указать конкретную строку для обработки или диапазон строк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‘2s/test/another test/’ myfile </a:t>
            </a:r>
            <a:r>
              <a:rPr lang="ru-RU"/>
              <a:t>– вторая строка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‘2,3s/test/another test/’ myfile </a:t>
            </a:r>
            <a:r>
              <a:rPr lang="ru-RU"/>
              <a:t>– строки 2 и 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‘2,$s/test/another test/’ myfile </a:t>
            </a:r>
            <a:r>
              <a:rPr lang="ru-RU"/>
              <a:t>– строки от 2 до последней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Удалить строку</a:t>
            </a:r>
            <a:endParaRPr/>
          </a:p>
        </p:txBody>
      </p:sp>
      <p:sp>
        <p:nvSpPr>
          <p:cNvPr id="114" name="Google Shape;11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‘3d’ myfile </a:t>
            </a:r>
            <a:r>
              <a:rPr lang="ru-RU"/>
              <a:t>– удалить 3 строку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‘2,3d’ myfile </a:t>
            </a:r>
            <a:r>
              <a:rPr lang="ru-RU"/>
              <a:t>– удалить строки 2 и 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‘d’ myfile </a:t>
            </a:r>
            <a:r>
              <a:rPr lang="ru-RU"/>
              <a:t>– удалить все строки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‘3,$d’ myfile </a:t>
            </a:r>
            <a:r>
              <a:rPr lang="ru-RU"/>
              <a:t>– удалить с 3 строки до конца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Добавить строку </a:t>
            </a:r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‘i\First test’ </a:t>
            </a:r>
            <a:r>
              <a:rPr lang="ru-RU"/>
              <a:t>– добавить строку в начало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‘a\Second test’ </a:t>
            </a:r>
            <a:r>
              <a:rPr lang="ru-RU"/>
              <a:t>– добавить строку в конец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‘2i\First test’ </a:t>
            </a:r>
            <a:r>
              <a:rPr lang="ru-RU"/>
              <a:t>– добавить строку перед второй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‘3a\Second test’ </a:t>
            </a:r>
            <a:r>
              <a:rPr lang="ru-RU"/>
              <a:t>– добавить строку после третьей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Замена строки</a:t>
            </a:r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‘3c\this is modified’ myfile </a:t>
            </a:r>
            <a:r>
              <a:rPr lang="ru-RU"/>
              <a:t>– заменяет существующую строку 3 на указанную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‘/this /c that’ myfile </a:t>
            </a:r>
            <a:r>
              <a:rPr lang="ru-RU"/>
              <a:t>– заменяем все вхождения подстроки по шаблону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Замена символов</a:t>
            </a:r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‘y/123/567/’ myfile </a:t>
            </a:r>
            <a:r>
              <a:rPr lang="ru-RU"/>
              <a:t>заменит все 1 на 5, все 2 на 6, все 3 на 7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При этом найденные 5, 6, 7 не тронет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Применяется ко всему потоку, ограничить нельзя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Вывод номера строк</a:t>
            </a:r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‘=‘ myfile </a:t>
            </a:r>
            <a:r>
              <a:rPr lang="ru-RU"/>
              <a:t>выведет перед каждой строкой ее номер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 –n ‘/test/=‘ myfile </a:t>
            </a:r>
            <a:r>
              <a:rPr lang="ru-RU"/>
              <a:t>выведет номера строк по шаблону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Вставка данных из файла</a:t>
            </a:r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 </a:t>
            </a:r>
            <a:r>
              <a:rPr lang="ru-RU" b="1"/>
              <a:t>sed ‘3r newfile’ myfile </a:t>
            </a:r>
            <a:r>
              <a:rPr lang="ru-RU"/>
              <a:t>вставляет содержимое файла newfile после третьей строки файла myfile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sed’/DATA&gt;/ {r newfile d}’ myfile</a:t>
            </a:r>
            <a:r>
              <a:rPr lang="ru-RU"/>
              <a:t> по шаблону, описанному в другом файле </a:t>
            </a:r>
            <a:endParaRPr b="1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Найти файл</a:t>
            </a:r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ru-RU" b="1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[</a:t>
            </a:r>
            <a:r>
              <a:rPr lang="ru-RU" b="1" i="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папка]</a:t>
            </a:r>
            <a:r>
              <a:rPr lang="ru-RU" b="1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[</a:t>
            </a:r>
            <a:r>
              <a:rPr lang="ru-RU" b="1" i="0">
                <a:solidFill>
                  <a:srgbClr val="99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параметры]</a:t>
            </a:r>
            <a:r>
              <a:rPr lang="ru-RU" b="1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ru-RU" b="1" i="0">
                <a:solidFill>
                  <a:srgbClr val="99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критерий</a:t>
            </a:r>
            <a:r>
              <a:rPr lang="ru-RU" b="1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ru-RU" b="1" i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шаблон </a:t>
            </a:r>
            <a:r>
              <a:rPr lang="ru-RU" b="1" i="0">
                <a:solidFill>
                  <a:srgbClr val="0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[действие]</a:t>
            </a:r>
            <a:endParaRPr b="0" i="0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900"/>
              </a:buClr>
              <a:buSzPts val="2800"/>
              <a:buChar char="•"/>
            </a:pPr>
            <a:r>
              <a:rPr lang="ru-RU" b="1" i="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Папка</a:t>
            </a:r>
            <a:r>
              <a:rPr lang="ru-RU" b="1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ru-RU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каталог в котором будем искать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3366"/>
              </a:buClr>
              <a:buSzPts val="2800"/>
              <a:buChar char="•"/>
            </a:pPr>
            <a:r>
              <a:rPr lang="ru-RU" b="1" i="0">
                <a:solidFill>
                  <a:srgbClr val="99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Параметры</a:t>
            </a:r>
            <a:r>
              <a:rPr lang="ru-RU" b="0" i="0">
                <a:solidFill>
                  <a:srgbClr val="99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ru-RU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дополнительные параметры, например, глубина поиска, и т д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CC00"/>
              </a:buClr>
              <a:buSzPts val="2800"/>
              <a:buChar char="•"/>
            </a:pPr>
            <a:r>
              <a:rPr lang="ru-RU" b="1" i="0">
                <a:solidFill>
                  <a:srgbClr val="99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Критерий</a:t>
            </a:r>
            <a:r>
              <a:rPr lang="ru-RU" b="0" i="0">
                <a:solidFill>
                  <a:srgbClr val="99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ru-RU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по какому критерию будем искать: имя, дата создания, права, владелец и т д.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Char char="•"/>
            </a:pPr>
            <a:r>
              <a:rPr lang="ru-RU" b="1" i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Шаблон</a:t>
            </a:r>
            <a:r>
              <a:rPr lang="ru-RU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непосредственно значение по которому будем отбирать файлы.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Параметры (только полезные)</a:t>
            </a:r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-P - никогда не открывать символические ссылки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-L - получает информацию о файлах по символическим ссылкам. Важно для дальнейшей обработки, чтобы обрабатывалась не ссылка, а сам файл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-maxdepth - максимальная глубина поиска по подкаталогам, для поиска только в текущем каталоге установите 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-depth - искать сначала в текущем каталоге, а потом в подкаталогах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-mount искать файлы только в этой файловой системе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-version - показать версию утилиты find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-print - выводить полные имена файлов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-type f - искать только файлы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-type d - поиск папки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Критерии (только основные)</a:t>
            </a:r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-name - поиск файлов по имени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-perm - поиск файлов в Linux по режиму доступа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-user - поиск файлов по владельцу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-group - поиск по группе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-mtime - поиск по времени модификации файла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-atime - поиск файлов по дате последнего чтения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-nogroup - поиск файлов, не принадлежащих ни одной группе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-nouser - поиск файлов без владельцев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-newer - найти файлы новее чем указанный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-size - поиск файлов в Linux по их размер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Ограничение глубины поиска</a:t>
            </a:r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find . –maxdepth 1 –name “*.txt”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Несколько критериев</a:t>
            </a:r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find . –name “test” -not –name “*.php”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err="1"/>
              <a:t>Tar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 err="1">
                <a:latin typeface="Times New Roman"/>
                <a:ea typeface="Times New Roman"/>
                <a:cs typeface="Times New Roman"/>
                <a:sym typeface="Times New Roman"/>
              </a:rPr>
              <a:t>tar</a:t>
            </a:r>
            <a:r>
              <a:rPr lang="ru-RU" b="0" i="0" dirty="0">
                <a:latin typeface="Times New Roman"/>
                <a:ea typeface="Times New Roman"/>
                <a:cs typeface="Times New Roman"/>
                <a:sym typeface="Times New Roman"/>
              </a:rPr>
              <a:t> - стандартная утилита, с помощью которой выполняется архивирование файлов </a:t>
            </a:r>
            <a:r>
              <a:rPr lang="ru-RU" b="0" i="0" dirty="0" err="1">
                <a:latin typeface="Times New Roman"/>
                <a:ea typeface="Times New Roman"/>
                <a:cs typeface="Times New Roman"/>
                <a:sym typeface="Times New Roman"/>
              </a:rPr>
              <a:t>Linux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>
            <a:spLocks noGrp="1"/>
          </p:cNvSpPr>
          <p:nvPr>
            <p:ph type="body" idx="1"/>
          </p:nvPr>
        </p:nvSpPr>
        <p:spPr>
          <a:xfrm>
            <a:off x="239151" y="140677"/>
            <a:ext cx="11704319" cy="603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Char char="•"/>
            </a:pPr>
            <a:r>
              <a:rPr lang="ru-RU" b="1" i="0">
                <a:solidFill>
                  <a:srgbClr val="FF6600"/>
                </a:solidFill>
                <a:latin typeface="Open Sans"/>
                <a:ea typeface="Open Sans"/>
                <a:cs typeface="Open Sans"/>
                <a:sym typeface="Open Sans"/>
              </a:rPr>
              <a:t>tar</a:t>
            </a:r>
            <a:r>
              <a:rPr lang="ru-RU" b="1" i="0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ru-RU" b="1" i="0">
                <a:solidFill>
                  <a:srgbClr val="99CC00"/>
                </a:solidFill>
                <a:latin typeface="Open Sans"/>
                <a:ea typeface="Open Sans"/>
                <a:cs typeface="Open Sans"/>
                <a:sym typeface="Open Sans"/>
              </a:rPr>
              <a:t>опции</a:t>
            </a:r>
            <a:r>
              <a:rPr lang="ru-RU" b="1" i="0">
                <a:solidFill>
                  <a:srgbClr val="3366FF"/>
                </a:solidFill>
                <a:latin typeface="Open Sans"/>
                <a:ea typeface="Open Sans"/>
                <a:cs typeface="Open Sans"/>
                <a:sym typeface="Open Sans"/>
              </a:rPr>
              <a:t> файл_для_записи</a:t>
            </a:r>
            <a:r>
              <a:rPr lang="ru-RU" b="1" i="0">
                <a:solidFill>
                  <a:srgbClr val="993366"/>
                </a:solidFill>
                <a:latin typeface="Open Sans"/>
                <a:ea typeface="Open Sans"/>
                <a:cs typeface="Open Sans"/>
                <a:sym typeface="Open Sans"/>
              </a:rPr>
              <a:t> /папка__для_архива</a:t>
            </a:r>
            <a:endParaRPr b="1" i="0">
              <a:solidFill>
                <a:srgbClr val="9933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A - добавить файл к архиву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c - создать архив в linux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d - сравнить файлы архива и распакованные файлы в файловой системе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j - сжать архив с помощью Bzip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z - сжать архив с помощью Gzip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r - добавить файлы в конец архива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t - показать содержимое архива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u - обновить архив относительно файловой системы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x - извлечь файлы из архива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v - показать подробную информацию о процессе работы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f - файл для записи архива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-C - распаковать в указанную папку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/>
              <a:t>--strip-components - отбросить n вложенных папок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090448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1.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623392" y="980728"/>
            <a:ext cx="1116124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Лог </a:t>
            </a:r>
            <a:r>
              <a:rPr lang="ru-RU" sz="2000" dirty="0" smtClean="0"/>
              <a:t>работы – команды и результаты в записать в файл </a:t>
            </a:r>
            <a:r>
              <a:rPr lang="en-US" sz="2000" dirty="0"/>
              <a:t>practice2</a:t>
            </a:r>
            <a:r>
              <a:rPr lang="en-US" sz="2000" dirty="0" smtClean="0"/>
              <a:t>_${MYUSER}_part1.log, </a:t>
            </a:r>
            <a:r>
              <a:rPr lang="ru-RU" sz="2000" dirty="0" smtClean="0"/>
              <a:t>где </a:t>
            </a:r>
            <a:r>
              <a:rPr lang="en-US" sz="2000" dirty="0" smtClean="0"/>
              <a:t>MYUSER – </a:t>
            </a:r>
            <a:r>
              <a:rPr lang="ru-RU" sz="2000" dirty="0" smtClean="0"/>
              <a:t>переменная с именем пользователя практики 1.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ru-RU" sz="2000" dirty="0" smtClean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514350" lvl="0" indent="-51435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Создайте на сервере для 1 практики ключ </a:t>
            </a:r>
            <a:r>
              <a:rPr lang="en-US" sz="2000" dirty="0" err="1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ssh</a:t>
            </a:r>
            <a:r>
              <a:rPr lang="en-US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ru-RU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при помощи программы </a:t>
            </a:r>
            <a:r>
              <a:rPr lang="en-US" sz="2000" dirty="0" err="1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ssh-keygen</a:t>
            </a:r>
            <a:endParaRPr lang="en-US" sz="2000" dirty="0" smtClean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514350" lvl="0" indent="-51435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Скопируйте созданный ключ на сервер для 2 практики для пользователя </a:t>
            </a:r>
            <a:r>
              <a:rPr lang="en-US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root</a:t>
            </a:r>
            <a:r>
              <a:rPr lang="ru-RU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при помощи программы </a:t>
            </a:r>
            <a:r>
              <a:rPr lang="en-US" sz="2000" dirty="0" err="1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ssh</a:t>
            </a:r>
            <a:r>
              <a:rPr lang="en-US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-copy-id</a:t>
            </a:r>
          </a:p>
          <a:p>
            <a:pPr marL="514350" lvl="0" indent="-51435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Подключитесь к серверу для 2 практики под пользователем </a:t>
            </a:r>
            <a:r>
              <a:rPr lang="en-US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root </a:t>
            </a:r>
            <a:r>
              <a:rPr lang="ru-RU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и сравните содержимое файла открытого ключа на сервере 1 </a:t>
            </a:r>
            <a:r>
              <a:rPr lang="en-US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~/.</a:t>
            </a:r>
            <a:r>
              <a:rPr lang="en-US" sz="2000" dirty="0" err="1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ssh</a:t>
            </a:r>
            <a:r>
              <a:rPr lang="en-US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/*.pub</a:t>
            </a:r>
            <a:r>
              <a:rPr lang="ru-RU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и файла </a:t>
            </a:r>
            <a:r>
              <a:rPr lang="en-US" sz="2000" dirty="0" smtClean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~</a:t>
            </a:r>
            <a:r>
              <a:rPr lang="en-US" sz="2000" dirty="0" smtClean="0"/>
              <a:t>/.</a:t>
            </a:r>
            <a:r>
              <a:rPr lang="en-US" sz="2000" dirty="0" err="1" smtClean="0"/>
              <a:t>ssh</a:t>
            </a:r>
            <a:r>
              <a:rPr lang="en-US" sz="2000" dirty="0" smtClean="0"/>
              <a:t>/</a:t>
            </a:r>
            <a:r>
              <a:rPr lang="en-US" sz="2000" dirty="0" err="1" smtClean="0"/>
              <a:t>authorized_keys</a:t>
            </a:r>
            <a:r>
              <a:rPr lang="en-US" sz="2000" dirty="0" smtClean="0"/>
              <a:t> </a:t>
            </a:r>
            <a:r>
              <a:rPr lang="ru-RU" sz="2000" dirty="0" smtClean="0"/>
              <a:t>на сервере для 2 практики, а так же права доступа для каждого из файлов</a:t>
            </a:r>
          </a:p>
          <a:p>
            <a:pPr marL="514350" lvl="0" indent="-514350">
              <a:spcBef>
                <a:spcPts val="0"/>
              </a:spcBef>
              <a:buSzPct val="100000"/>
              <a:buAutoNum type="arabicPeriod"/>
            </a:pPr>
            <a:endParaRPr lang="ru-RU" sz="2000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sz="2000" dirty="0" smtClean="0"/>
              <a:t>Все последующие пункты – для сервера 2 практики</a:t>
            </a:r>
            <a:endParaRPr lang="en-US" sz="2000" dirty="0" smtClean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4"/>
            </a:pPr>
            <a:r>
              <a:rPr lang="ru-RU" sz="2000" dirty="0" smtClean="0"/>
              <a:t>Создайте пользователя </a:t>
            </a:r>
            <a:r>
              <a:rPr lang="en-US" sz="2000" dirty="0" smtClean="0"/>
              <a:t>user1 </a:t>
            </a:r>
            <a:r>
              <a:rPr lang="ru-RU" sz="2000" dirty="0" smtClean="0"/>
              <a:t>при помощи команды </a:t>
            </a:r>
            <a:r>
              <a:rPr lang="en-US" sz="2000" dirty="0" err="1" smtClean="0"/>
              <a:t>useradd</a:t>
            </a:r>
            <a:r>
              <a:rPr lang="ru-RU" sz="2000" dirty="0" smtClean="0"/>
              <a:t>, укажите необходимость создания домашнего каталога и </a:t>
            </a:r>
            <a:r>
              <a:rPr lang="en-US" sz="2000" dirty="0" smtClean="0"/>
              <a:t>shell /bin/bash. </a:t>
            </a:r>
            <a:r>
              <a:rPr lang="ru-RU" sz="2000" dirty="0" smtClean="0"/>
              <a:t>Создайте пароль пользователю </a:t>
            </a:r>
            <a:r>
              <a:rPr lang="en-US" sz="2000" dirty="0" smtClean="0"/>
              <a:t>user1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4"/>
            </a:pPr>
            <a:r>
              <a:rPr lang="ru-RU" sz="2000" dirty="0" smtClean="0"/>
              <a:t>Создайте </a:t>
            </a:r>
            <a:r>
              <a:rPr lang="ru-RU" sz="2000" dirty="0"/>
              <a:t>пользователя </a:t>
            </a:r>
            <a:r>
              <a:rPr lang="en-US" sz="2000" dirty="0" smtClean="0"/>
              <a:t>user2 </a:t>
            </a:r>
            <a:r>
              <a:rPr lang="ru-RU" sz="2000" dirty="0" smtClean="0"/>
              <a:t>и </a:t>
            </a:r>
            <a:r>
              <a:rPr lang="en-US" sz="2000" dirty="0" smtClean="0"/>
              <a:t>user3 </a:t>
            </a:r>
            <a:r>
              <a:rPr lang="ru-RU" sz="2000" dirty="0" smtClean="0"/>
              <a:t>при помощи команды </a:t>
            </a:r>
            <a:r>
              <a:rPr lang="en-US" sz="2000" dirty="0" err="1" smtClean="0"/>
              <a:t>adduser</a:t>
            </a:r>
            <a:endParaRPr lang="en-US" sz="2000" dirty="0" smtClean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4"/>
            </a:pPr>
            <a:r>
              <a:rPr lang="ru-RU" sz="2000" dirty="0" smtClean="0"/>
              <a:t>Для пользователя </a:t>
            </a:r>
            <a:r>
              <a:rPr lang="en-US" sz="2000" dirty="0" smtClean="0"/>
              <a:t>user3 </a:t>
            </a:r>
            <a:r>
              <a:rPr lang="ru-RU" sz="2000" dirty="0" smtClean="0"/>
              <a:t>смените </a:t>
            </a:r>
            <a:r>
              <a:rPr lang="en-US" sz="2000" dirty="0" smtClean="0"/>
              <a:t>shell</a:t>
            </a:r>
            <a:r>
              <a:rPr lang="ru-RU" sz="2000" dirty="0" smtClean="0"/>
              <a:t> на</a:t>
            </a:r>
            <a:r>
              <a:rPr lang="en-US" sz="2000" dirty="0" smtClean="0"/>
              <a:t> </a:t>
            </a:r>
            <a:r>
              <a:rPr lang="en-US" sz="2000" dirty="0"/>
              <a:t>/</a:t>
            </a:r>
            <a:r>
              <a:rPr lang="en-US" sz="2000" dirty="0" err="1" smtClean="0"/>
              <a:t>usr</a:t>
            </a:r>
            <a:r>
              <a:rPr lang="en-US" sz="2000" dirty="0" smtClean="0"/>
              <a:t>/</a:t>
            </a:r>
            <a:r>
              <a:rPr lang="en-US" sz="2000" dirty="0" err="1" smtClean="0"/>
              <a:t>sbin</a:t>
            </a:r>
            <a:r>
              <a:rPr lang="en-US" sz="2000" dirty="0" smtClean="0"/>
              <a:t>/</a:t>
            </a:r>
            <a:r>
              <a:rPr lang="en-US" sz="2000" dirty="0" err="1" smtClean="0"/>
              <a:t>nologin</a:t>
            </a:r>
            <a:r>
              <a:rPr lang="en-US" sz="2000" dirty="0" smtClean="0"/>
              <a:t> (man </a:t>
            </a:r>
            <a:r>
              <a:rPr lang="en-US" sz="2000" dirty="0" err="1" smtClean="0"/>
              <a:t>usermod</a:t>
            </a:r>
            <a:r>
              <a:rPr lang="en-US" sz="2000" dirty="0" smtClean="0"/>
              <a:t>)</a:t>
            </a:r>
            <a:r>
              <a:rPr lang="ru-RU" sz="2000" dirty="0" smtClean="0"/>
              <a:t>, выполните вход под этим пользователем при помощи утилиты </a:t>
            </a:r>
            <a:r>
              <a:rPr lang="en-US" sz="2000" dirty="0" err="1" smtClean="0"/>
              <a:t>su</a:t>
            </a:r>
            <a:r>
              <a:rPr lang="en-US" sz="2000" dirty="0" smtClean="0"/>
              <a:t>, </a:t>
            </a:r>
            <a:r>
              <a:rPr lang="ru-RU" sz="2000" dirty="0" smtClean="0"/>
              <a:t>сначала без дополнительных параметров, затем с явным указанием </a:t>
            </a:r>
            <a:r>
              <a:rPr lang="en-US" sz="2000" dirty="0" smtClean="0"/>
              <a:t>shell /bin/bash </a:t>
            </a:r>
            <a:r>
              <a:rPr lang="ru-RU" sz="2000" dirty="0" smtClean="0"/>
              <a:t>в параметрах </a:t>
            </a:r>
            <a:r>
              <a:rPr lang="en-US" sz="2000" dirty="0" err="1" smtClean="0"/>
              <a:t>su</a:t>
            </a:r>
            <a:r>
              <a:rPr lang="en-US" sz="2000" dirty="0" smtClean="0"/>
              <a:t>. </a:t>
            </a:r>
            <a:r>
              <a:rPr lang="ru-RU" sz="2000" dirty="0" smtClean="0"/>
              <a:t>Выполните </a:t>
            </a:r>
            <a:r>
              <a:rPr lang="en-US" sz="2000" dirty="0" smtClean="0"/>
              <a:t>logout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4"/>
            </a:pPr>
            <a:r>
              <a:rPr lang="ru-RU" sz="2000" dirty="0" smtClean="0"/>
              <a:t>Создайте новую группу и добавьте её для всех пользователей </a:t>
            </a:r>
            <a:r>
              <a:rPr lang="en-US" sz="2000" dirty="0" smtClean="0"/>
              <a:t>user* </a:t>
            </a:r>
            <a:r>
              <a:rPr lang="ru-RU" sz="2000" dirty="0" smtClean="0"/>
              <a:t>как дополнительную, посмотрите список групп всех пользователей</a:t>
            </a:r>
            <a:r>
              <a:rPr lang="en-US" sz="2000" dirty="0" smtClean="0"/>
              <a:t> user*</a:t>
            </a:r>
            <a:endParaRPr lang="ru-RU" sz="2000" dirty="0" smtClean="0"/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 startAt="4"/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710360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1.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623392" y="980728"/>
            <a:ext cx="1116124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/>
              <a:t>Создайте каталог </a:t>
            </a:r>
            <a:r>
              <a:rPr lang="en-US" sz="2000" dirty="0"/>
              <a:t>/opt/share </a:t>
            </a:r>
            <a:r>
              <a:rPr lang="ru-RU" sz="2000" dirty="0"/>
              <a:t>и назначьте группу из предыдущего пункта его владельцем</a:t>
            </a:r>
            <a:r>
              <a:rPr lang="en-US" sz="2000" dirty="0"/>
              <a:t>, </a:t>
            </a:r>
            <a:r>
              <a:rPr lang="ru-RU" sz="2000" dirty="0"/>
              <a:t>установите на этот каталог бит </a:t>
            </a:r>
            <a:r>
              <a:rPr lang="en-US" sz="2000" dirty="0"/>
              <a:t>SGID, </a:t>
            </a:r>
            <a:r>
              <a:rPr lang="ru-RU" sz="2000" dirty="0"/>
              <a:t>права для группы </a:t>
            </a:r>
            <a:r>
              <a:rPr lang="en-US" sz="2000" dirty="0" err="1"/>
              <a:t>rwx</a:t>
            </a:r>
            <a:r>
              <a:rPr lang="en-US" sz="2000" dirty="0"/>
              <a:t>.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Для </a:t>
            </a:r>
            <a:r>
              <a:rPr lang="en-US" sz="2000" dirty="0"/>
              <a:t>user1 </a:t>
            </a:r>
            <a:r>
              <a:rPr lang="ru-RU" sz="2000" dirty="0"/>
              <a:t>задайте перманентно </a:t>
            </a:r>
            <a:r>
              <a:rPr lang="en-US" sz="2000" dirty="0" err="1"/>
              <a:t>umask</a:t>
            </a:r>
            <a:r>
              <a:rPr lang="en-US" sz="2000" dirty="0"/>
              <a:t>, </a:t>
            </a:r>
            <a:r>
              <a:rPr lang="ru-RU" sz="2000" dirty="0"/>
              <a:t>снимающий право чтения для «прочих»</a:t>
            </a:r>
            <a:endParaRPr lang="en-US" sz="2000" dirty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/>
              <a:t>Создайте каждым из пользователей новые файлы в каталоге </a:t>
            </a:r>
            <a:r>
              <a:rPr lang="en-US" sz="2000" dirty="0"/>
              <a:t>/opt/share, </a:t>
            </a:r>
            <a:r>
              <a:rPr lang="ru-RU" sz="2000" dirty="0"/>
              <a:t>удалите файлы созданные другими пользователями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/>
              <a:t>Повторите предыдущий пункт, предварительно установив </a:t>
            </a:r>
            <a:r>
              <a:rPr lang="en-US" sz="2000" dirty="0"/>
              <a:t>sticky bit </a:t>
            </a:r>
            <a:r>
              <a:rPr lang="ru-RU" sz="2000" dirty="0"/>
              <a:t>на каталоге </a:t>
            </a:r>
            <a:r>
              <a:rPr lang="en-US" sz="2000" dirty="0"/>
              <a:t>/</a:t>
            </a:r>
            <a:r>
              <a:rPr lang="en-US" sz="2000" dirty="0" smtClean="0"/>
              <a:t>opt/share</a:t>
            </a:r>
            <a:endParaRPr lang="ru-RU" sz="2000" dirty="0" smtClean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Разрешите </a:t>
            </a:r>
            <a:r>
              <a:rPr lang="en-US" sz="2000" dirty="0" smtClean="0"/>
              <a:t>user1</a:t>
            </a:r>
            <a:r>
              <a:rPr lang="ru-RU" sz="2000" dirty="0" smtClean="0"/>
              <a:t> выполнять привилегированную команду </a:t>
            </a:r>
            <a:r>
              <a:rPr lang="en-US" sz="2000" dirty="0" err="1" smtClean="0"/>
              <a:t>dmesg</a:t>
            </a:r>
            <a:r>
              <a:rPr lang="en-US" sz="2000" dirty="0" smtClean="0"/>
              <a:t> </a:t>
            </a:r>
            <a:r>
              <a:rPr lang="ru-RU" sz="2000" dirty="0" smtClean="0"/>
              <a:t>при помощи команды </a:t>
            </a:r>
            <a:r>
              <a:rPr lang="en-US" sz="2000" dirty="0" err="1" smtClean="0"/>
              <a:t>sudo</a:t>
            </a:r>
            <a:r>
              <a:rPr lang="ru-RU" sz="2000" dirty="0" smtClean="0"/>
              <a:t>, а </a:t>
            </a:r>
            <a:r>
              <a:rPr lang="en-US" sz="2000" dirty="0" smtClean="0"/>
              <a:t>user2 – </a:t>
            </a:r>
            <a:r>
              <a:rPr lang="ru-RU" sz="2000" dirty="0" smtClean="0"/>
              <a:t>при помощи скрипта на языке </a:t>
            </a:r>
            <a:r>
              <a:rPr lang="en-US" sz="2000" dirty="0" smtClean="0"/>
              <a:t>bash </a:t>
            </a:r>
            <a:r>
              <a:rPr lang="ru-RU" sz="2000" dirty="0" smtClean="0"/>
              <a:t>с установленным флагом </a:t>
            </a:r>
            <a:r>
              <a:rPr lang="en-US" sz="2000" dirty="0" smtClean="0"/>
              <a:t>SUID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Для всех пользователей </a:t>
            </a:r>
            <a:r>
              <a:rPr lang="en-US" sz="2000" dirty="0" smtClean="0"/>
              <a:t>user* </a:t>
            </a:r>
            <a:r>
              <a:rPr lang="ru-RU" sz="2000" dirty="0" smtClean="0"/>
              <a:t>задайте время действия пароля – 10 дней.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/>
              <a:t>Отредактируйте файл </a:t>
            </a:r>
            <a:r>
              <a:rPr lang="en-US" sz="2000" dirty="0"/>
              <a:t>/</a:t>
            </a:r>
            <a:r>
              <a:rPr lang="en-US" sz="2000" dirty="0" err="1"/>
              <a:t>etc</a:t>
            </a:r>
            <a:r>
              <a:rPr lang="en-US" sz="2000" dirty="0"/>
              <a:t>/</a:t>
            </a:r>
            <a:r>
              <a:rPr lang="en-US" sz="2000" dirty="0" err="1"/>
              <a:t>motd</a:t>
            </a:r>
            <a:r>
              <a:rPr lang="ru-RU" sz="2000" dirty="0"/>
              <a:t>, вписав туда свое имя и фамилию</a:t>
            </a:r>
            <a:endParaRPr lang="ru-RU" sz="2000" dirty="0" smtClean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Создайте копию содержимого каталога </a:t>
            </a:r>
            <a:r>
              <a:rPr lang="en-US" sz="2000" dirty="0" smtClean="0"/>
              <a:t>/</a:t>
            </a:r>
            <a:r>
              <a:rPr lang="en-US" sz="2000" dirty="0" err="1" smtClean="0"/>
              <a:t>etc</a:t>
            </a:r>
            <a:r>
              <a:rPr lang="en-US" sz="2000" dirty="0" smtClean="0"/>
              <a:t> </a:t>
            </a:r>
            <a:r>
              <a:rPr lang="ru-RU" sz="2000" dirty="0" smtClean="0"/>
              <a:t>в каталог </a:t>
            </a:r>
            <a:r>
              <a:rPr lang="en-US" sz="2000" dirty="0" smtClean="0"/>
              <a:t>/root/</a:t>
            </a:r>
            <a:r>
              <a:rPr lang="en-US" sz="2000" dirty="0" err="1" smtClean="0"/>
              <a:t>etc_backup</a:t>
            </a:r>
            <a:r>
              <a:rPr lang="en-US" sz="2000" dirty="0" smtClean="0"/>
              <a:t> </a:t>
            </a:r>
            <a:r>
              <a:rPr lang="ru-RU" sz="2000" dirty="0" smtClean="0"/>
              <a:t>при помощи программы </a:t>
            </a:r>
            <a:r>
              <a:rPr lang="en-US" sz="2000" dirty="0" err="1" smtClean="0"/>
              <a:t>rcync</a:t>
            </a:r>
            <a:endParaRPr lang="en-US" sz="2000" dirty="0" smtClean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Заархивируйте содержимое каталога </a:t>
            </a:r>
            <a:r>
              <a:rPr lang="en-US" sz="2000" dirty="0" smtClean="0"/>
              <a:t>/root/</a:t>
            </a:r>
            <a:r>
              <a:rPr lang="en-US" sz="2000" dirty="0" err="1" smtClean="0"/>
              <a:t>etc_backup</a:t>
            </a:r>
            <a:r>
              <a:rPr lang="en-US" sz="2000" dirty="0" smtClean="0"/>
              <a:t> </a:t>
            </a:r>
            <a:r>
              <a:rPr lang="ru-RU" sz="2000" dirty="0" smtClean="0"/>
              <a:t>архиватором </a:t>
            </a:r>
            <a:r>
              <a:rPr lang="en-US" sz="2000" dirty="0" smtClean="0"/>
              <a:t>tar, </a:t>
            </a:r>
            <a:r>
              <a:rPr lang="ru-RU" sz="2000" dirty="0" smtClean="0"/>
              <a:t>используйте алгоритмы сжатия </a:t>
            </a:r>
            <a:r>
              <a:rPr lang="en-US" sz="2000" dirty="0" err="1" smtClean="0"/>
              <a:t>gzip</a:t>
            </a:r>
            <a:r>
              <a:rPr lang="en-US" sz="2000" dirty="0" smtClean="0"/>
              <a:t>, bzip2, 7zip, </a:t>
            </a:r>
            <a:r>
              <a:rPr lang="ru-RU" sz="2000" dirty="0" smtClean="0"/>
              <a:t>сравните размеры полученных файлов</a:t>
            </a:r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Отредактируйте файл </a:t>
            </a:r>
            <a:r>
              <a:rPr lang="en-US" sz="2000" dirty="0" smtClean="0"/>
              <a:t>/</a:t>
            </a:r>
            <a:r>
              <a:rPr lang="en-US" sz="2000" dirty="0" err="1" smtClean="0"/>
              <a:t>etc</a:t>
            </a:r>
            <a:r>
              <a:rPr lang="en-US" sz="2000" dirty="0" smtClean="0"/>
              <a:t>/</a:t>
            </a:r>
            <a:r>
              <a:rPr lang="en-US" sz="2000" dirty="0" err="1" smtClean="0"/>
              <a:t>motd</a:t>
            </a:r>
            <a:r>
              <a:rPr lang="ru-RU" sz="2000" dirty="0" smtClean="0"/>
              <a:t>, вписав туда текущую дату и время, синхронизируйте каталог </a:t>
            </a:r>
            <a:r>
              <a:rPr lang="en-US" sz="2000" dirty="0" smtClean="0"/>
              <a:t>/root/</a:t>
            </a:r>
            <a:r>
              <a:rPr lang="en-US" sz="2000" dirty="0" err="1" smtClean="0"/>
              <a:t>etc_backup</a:t>
            </a:r>
            <a:r>
              <a:rPr lang="en-US" sz="2000" dirty="0" smtClean="0"/>
              <a:t> </a:t>
            </a:r>
            <a:r>
              <a:rPr lang="ru-RU" sz="2000" dirty="0" smtClean="0"/>
              <a:t>с каталогом </a:t>
            </a:r>
            <a:r>
              <a:rPr lang="en-US" sz="2000" dirty="0" smtClean="0"/>
              <a:t>/</a:t>
            </a:r>
            <a:r>
              <a:rPr lang="en-US" sz="2000" dirty="0" err="1" smtClean="0"/>
              <a:t>etc</a:t>
            </a:r>
            <a:r>
              <a:rPr lang="en-US" sz="2000" dirty="0" smtClean="0"/>
              <a:t> </a:t>
            </a:r>
            <a:r>
              <a:rPr lang="ru-RU" sz="2000" dirty="0" smtClean="0"/>
              <a:t>при помощи </a:t>
            </a:r>
            <a:r>
              <a:rPr lang="en-US" sz="2000" dirty="0" err="1" smtClean="0"/>
              <a:t>rsync</a:t>
            </a:r>
            <a:r>
              <a:rPr lang="en-US" sz="2000" dirty="0" smtClean="0"/>
              <a:t>, </a:t>
            </a:r>
            <a:r>
              <a:rPr lang="ru-RU" sz="2000" dirty="0" smtClean="0"/>
              <a:t>добавьте файл </a:t>
            </a:r>
            <a:r>
              <a:rPr lang="en-US" sz="2000" dirty="0" err="1" smtClean="0"/>
              <a:t>motd</a:t>
            </a:r>
            <a:r>
              <a:rPr lang="en-US" sz="2000" dirty="0" smtClean="0"/>
              <a:t> </a:t>
            </a:r>
            <a:r>
              <a:rPr lang="ru-RU" sz="2000" dirty="0" smtClean="0"/>
              <a:t>в архив, сжатый </a:t>
            </a:r>
            <a:r>
              <a:rPr lang="en-US" sz="2000" dirty="0" err="1" smtClean="0"/>
              <a:t>gzip</a:t>
            </a:r>
            <a:endParaRPr lang="ru-RU" sz="2000" dirty="0" smtClean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Сравните содержимое архива, упакованного </a:t>
            </a:r>
            <a:r>
              <a:rPr lang="en-US" sz="2000" dirty="0" smtClean="0"/>
              <a:t>bzip2 </a:t>
            </a:r>
            <a:r>
              <a:rPr lang="ru-RU" sz="2000" dirty="0" smtClean="0"/>
              <a:t>с </a:t>
            </a:r>
            <a:r>
              <a:rPr lang="ru-RU" sz="2000" dirty="0" err="1" smtClean="0"/>
              <a:t>сорержимым</a:t>
            </a:r>
            <a:r>
              <a:rPr lang="ru-RU" sz="2000" dirty="0" smtClean="0"/>
              <a:t> каталога </a:t>
            </a:r>
            <a:r>
              <a:rPr lang="en-US" sz="2000" dirty="0" smtClean="0"/>
              <a:t>/root/</a:t>
            </a:r>
            <a:r>
              <a:rPr lang="en-US" sz="2000" dirty="0" err="1" smtClean="0"/>
              <a:t>etc_backup</a:t>
            </a:r>
            <a:endParaRPr lang="en-US" sz="2000" dirty="0" smtClean="0"/>
          </a:p>
          <a:p>
            <a:pPr marL="514350" lvl="0" indent="-51435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Распакуйте архивы </a:t>
            </a:r>
            <a:r>
              <a:rPr lang="en-US" sz="2000" dirty="0" err="1" smtClean="0"/>
              <a:t>etc_backup</a:t>
            </a:r>
            <a:r>
              <a:rPr lang="ru-RU" sz="2000" dirty="0" smtClean="0"/>
              <a:t>, упакованные </a:t>
            </a:r>
            <a:r>
              <a:rPr lang="en-US" sz="2000" dirty="0" err="1" smtClean="0"/>
              <a:t>gzip</a:t>
            </a:r>
            <a:r>
              <a:rPr lang="en-US" sz="2000" dirty="0" smtClean="0"/>
              <a:t> </a:t>
            </a:r>
            <a:r>
              <a:rPr lang="ru-RU" sz="2000" dirty="0" smtClean="0"/>
              <a:t>и </a:t>
            </a:r>
            <a:r>
              <a:rPr lang="en-US" sz="2000" dirty="0" smtClean="0"/>
              <a:t>7zip </a:t>
            </a:r>
            <a:r>
              <a:rPr lang="ru-RU" sz="2000" dirty="0" smtClean="0"/>
              <a:t>в каталоги </a:t>
            </a:r>
            <a:r>
              <a:rPr lang="en-US" sz="2000" dirty="0" smtClean="0"/>
              <a:t>/root/</a:t>
            </a:r>
            <a:r>
              <a:rPr lang="en-US" sz="2000" dirty="0" err="1" smtClean="0"/>
              <a:t>etc_backup_gzip</a:t>
            </a:r>
            <a:r>
              <a:rPr lang="en-US" sz="2000" dirty="0" smtClean="0"/>
              <a:t> </a:t>
            </a:r>
            <a:r>
              <a:rPr lang="ru-RU" sz="2000" dirty="0" smtClean="0"/>
              <a:t>и </a:t>
            </a:r>
            <a:r>
              <a:rPr lang="en-US" sz="2000" dirty="0" smtClean="0"/>
              <a:t>/root/etc_backup_7zip, </a:t>
            </a:r>
            <a:r>
              <a:rPr lang="ru-RU" sz="2000" dirty="0" smtClean="0"/>
              <a:t>сравните программой </a:t>
            </a:r>
            <a:r>
              <a:rPr lang="en-US" sz="2000" dirty="0" smtClean="0"/>
              <a:t>diff </a:t>
            </a:r>
            <a:r>
              <a:rPr lang="ru-RU" sz="2000" dirty="0" smtClean="0"/>
              <a:t>файлы </a:t>
            </a:r>
            <a:r>
              <a:rPr lang="en-US" sz="2000" dirty="0" err="1" smtClean="0"/>
              <a:t>motd</a:t>
            </a:r>
            <a:r>
              <a:rPr lang="en-US" sz="2000" dirty="0" smtClean="0"/>
              <a:t> </a:t>
            </a:r>
            <a:r>
              <a:rPr lang="ru-RU" sz="2000" dirty="0" smtClean="0"/>
              <a:t>в этих каталогах.</a:t>
            </a:r>
            <a:endParaRPr lang="en-US" sz="2000" dirty="0" smtClean="0"/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206143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2.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623392" y="980728"/>
            <a:ext cx="1116124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Лог работы – команды и результаты в записать в файл </a:t>
            </a:r>
            <a:r>
              <a:rPr lang="en-US" sz="2000" dirty="0"/>
              <a:t>practice2_${MYUSER}_</a:t>
            </a:r>
            <a:r>
              <a:rPr lang="en-US" sz="2000" dirty="0" smtClean="0"/>
              <a:t>part</a:t>
            </a:r>
            <a:r>
              <a:rPr lang="ru-RU" sz="2000" dirty="0" smtClean="0"/>
              <a:t>2</a:t>
            </a:r>
            <a:r>
              <a:rPr lang="en-US" sz="2000" dirty="0" smtClean="0"/>
              <a:t>.log</a:t>
            </a:r>
            <a:r>
              <a:rPr lang="en-US" sz="2000" dirty="0"/>
              <a:t>, </a:t>
            </a:r>
            <a:r>
              <a:rPr lang="ru-RU" sz="2000" dirty="0"/>
              <a:t>где </a:t>
            </a:r>
            <a:r>
              <a:rPr lang="en-US" sz="2000" dirty="0"/>
              <a:t>MYUSER – </a:t>
            </a:r>
            <a:r>
              <a:rPr lang="ru-RU" sz="2000" dirty="0"/>
              <a:t>переменная с именем пользователя практики 1.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sz="2000" dirty="0" smtClean="0"/>
          </a:p>
          <a:p>
            <a:pPr lvl="0" indent="-45720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/>
              <a:t>Найдите все записи из лога загрузки, доступного через команду </a:t>
            </a:r>
            <a:r>
              <a:rPr lang="en-US" sz="2000" dirty="0" err="1"/>
              <a:t>journalctl</a:t>
            </a:r>
            <a:r>
              <a:rPr lang="en-US" sz="2000" dirty="0"/>
              <a:t> </a:t>
            </a:r>
            <a:r>
              <a:rPr lang="ru-RU" sz="2000" dirty="0" smtClean="0"/>
              <a:t>с опцией </a:t>
            </a:r>
            <a:r>
              <a:rPr lang="ru-RU" sz="2000" dirty="0"/>
              <a:t>-</a:t>
            </a:r>
            <a:r>
              <a:rPr lang="en-US" sz="2000" dirty="0" smtClean="0"/>
              <a:t>b</a:t>
            </a:r>
            <a:r>
              <a:rPr lang="ru-RU" sz="2000" dirty="0" smtClean="0"/>
              <a:t> в первые </a:t>
            </a:r>
            <a:r>
              <a:rPr lang="ru-RU" sz="2000" smtClean="0"/>
              <a:t>20 секунд  </a:t>
            </a:r>
            <a:r>
              <a:rPr lang="ru-RU" sz="2000" dirty="0" smtClean="0"/>
              <a:t>с момента загрузки</a:t>
            </a:r>
            <a:r>
              <a:rPr lang="ru-RU" sz="2000" smtClean="0"/>
              <a:t>, начало </a:t>
            </a:r>
            <a:r>
              <a:rPr lang="ru-RU" sz="2000" dirty="0" smtClean="0"/>
              <a:t>загрузки определить автоматически.</a:t>
            </a:r>
          </a:p>
          <a:p>
            <a:pPr lvl="0" indent="-45720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/>
              <a:t>Используя </a:t>
            </a:r>
            <a:r>
              <a:rPr lang="en-US" sz="2000" dirty="0" err="1" smtClean="0"/>
              <a:t>awk</a:t>
            </a:r>
            <a:r>
              <a:rPr lang="en-US" sz="2000" dirty="0" smtClean="0"/>
              <a:t> </a:t>
            </a:r>
            <a:r>
              <a:rPr lang="ru-RU" sz="2000" dirty="0" smtClean="0"/>
              <a:t>найдите все источники и их сообщения</a:t>
            </a:r>
            <a:r>
              <a:rPr lang="en-US" sz="2000" dirty="0" smtClean="0"/>
              <a:t> </a:t>
            </a:r>
            <a:r>
              <a:rPr lang="ru-RU" sz="2000" dirty="0" smtClean="0"/>
              <a:t>в файле </a:t>
            </a:r>
            <a:r>
              <a:rPr lang="en-US" sz="2000" dirty="0" smtClean="0"/>
              <a:t>auth.log</a:t>
            </a:r>
            <a:r>
              <a:rPr lang="ru-RU" sz="2000" dirty="0" smtClean="0"/>
              <a:t> (найдите его </a:t>
            </a:r>
            <a:r>
              <a:rPr lang="en-US" sz="2000" dirty="0" smtClean="0"/>
              <a:t>find</a:t>
            </a:r>
            <a:r>
              <a:rPr lang="ru-RU" sz="2000" dirty="0" smtClean="0"/>
              <a:t>), в названии источника удалите информацию об идентификаторе процесса при помощи </a:t>
            </a:r>
            <a:r>
              <a:rPr lang="en-US" sz="2000" dirty="0" err="1" smtClean="0"/>
              <a:t>sed</a:t>
            </a:r>
            <a:r>
              <a:rPr lang="en-US" sz="2000" dirty="0" smtClean="0"/>
              <a:t>, </a:t>
            </a:r>
            <a:r>
              <a:rPr lang="ru-RU" sz="2000" dirty="0" smtClean="0"/>
              <a:t>полученный результат отсортируйте по названию источника</a:t>
            </a:r>
            <a:endParaRPr lang="en-US" sz="2000" dirty="0" smtClean="0"/>
          </a:p>
          <a:p>
            <a:pPr lvl="0" indent="-45720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/>
              <a:t>Для результата из предыдущего пункта найдите количество повторений для каждого источника и выведите их в виде списка</a:t>
            </a:r>
            <a:r>
              <a:rPr lang="en-US" sz="2000" dirty="0" smtClean="0"/>
              <a:t> </a:t>
            </a:r>
            <a:r>
              <a:rPr lang="ru-RU" sz="2000" dirty="0" smtClean="0"/>
              <a:t>«</a:t>
            </a:r>
            <a:r>
              <a:rPr lang="ru-RU" sz="2000" dirty="0" err="1" smtClean="0"/>
              <a:t>число_повторений</a:t>
            </a:r>
            <a:r>
              <a:rPr lang="en-US" sz="2000" dirty="0" smtClean="0"/>
              <a:t> </a:t>
            </a:r>
            <a:r>
              <a:rPr lang="ru-RU" sz="2000" dirty="0"/>
              <a:t>источник</a:t>
            </a:r>
            <a:r>
              <a:rPr lang="ru-RU" sz="2000" dirty="0" smtClean="0"/>
              <a:t>», результат отсортируйте по убыванию количества повторений</a:t>
            </a:r>
          </a:p>
          <a:p>
            <a:pPr lvl="0" indent="-45720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/>
              <a:t>В файле </a:t>
            </a:r>
            <a:r>
              <a:rPr lang="en-US" sz="2000" dirty="0" smtClean="0"/>
              <a:t>/</a:t>
            </a:r>
            <a:r>
              <a:rPr lang="en-US" sz="2000" dirty="0" err="1" smtClean="0"/>
              <a:t>etc</a:t>
            </a:r>
            <a:r>
              <a:rPr lang="en-US" sz="2000" dirty="0" smtClean="0"/>
              <a:t>/</a:t>
            </a:r>
            <a:r>
              <a:rPr lang="en-US" sz="2000" dirty="0" err="1" smtClean="0"/>
              <a:t>passwd</a:t>
            </a:r>
            <a:r>
              <a:rPr lang="en-US" sz="2000" dirty="0" smtClean="0"/>
              <a:t> </a:t>
            </a:r>
            <a:r>
              <a:rPr lang="ru-RU" sz="2000" dirty="0" smtClean="0"/>
              <a:t>найдите всех пользователей в системе, у которых установлен </a:t>
            </a:r>
            <a:r>
              <a:rPr lang="en-US" sz="2000" dirty="0" smtClean="0"/>
              <a:t>shell /</a:t>
            </a:r>
            <a:r>
              <a:rPr lang="en-US" sz="2000" dirty="0" err="1" smtClean="0"/>
              <a:t>usr</a:t>
            </a:r>
            <a:r>
              <a:rPr lang="en-US" sz="2000" dirty="0" smtClean="0"/>
              <a:t>/</a:t>
            </a:r>
            <a:r>
              <a:rPr lang="en-US" sz="2000" dirty="0" err="1" smtClean="0"/>
              <a:t>sbin</a:t>
            </a:r>
            <a:r>
              <a:rPr lang="en-US" sz="2000" dirty="0" smtClean="0"/>
              <a:t>/</a:t>
            </a:r>
            <a:r>
              <a:rPr lang="en-US" sz="2000" dirty="0" err="1" smtClean="0"/>
              <a:t>nologin</a:t>
            </a:r>
            <a:r>
              <a:rPr lang="en-US" sz="2000" dirty="0" smtClean="0"/>
              <a:t> </a:t>
            </a:r>
            <a:r>
              <a:rPr lang="ru-RU" sz="2000" dirty="0" smtClean="0"/>
              <a:t>и выведите их в виде списка: «</a:t>
            </a:r>
            <a:r>
              <a:rPr lang="en-US" sz="2000" dirty="0" smtClean="0"/>
              <a:t>UID, username</a:t>
            </a:r>
            <a:r>
              <a:rPr lang="ru-RU" sz="2000" dirty="0" smtClean="0"/>
              <a:t>, список его групп», отсортированный в обратном порядке по </a:t>
            </a:r>
            <a:r>
              <a:rPr lang="en-US" sz="2000" dirty="0" smtClean="0"/>
              <a:t>UID,</a:t>
            </a:r>
            <a:r>
              <a:rPr lang="ru-RU" sz="2000" dirty="0" smtClean="0"/>
              <a:t> </a:t>
            </a:r>
            <a:r>
              <a:rPr lang="en-US" sz="2000" dirty="0" smtClean="0"/>
              <a:t>c</a:t>
            </a:r>
            <a:r>
              <a:rPr lang="ru-RU" sz="2000" dirty="0" smtClean="0"/>
              <a:t>писок групп используйте из файла </a:t>
            </a:r>
            <a:r>
              <a:rPr lang="en-US" sz="2000" dirty="0" smtClean="0"/>
              <a:t>/</a:t>
            </a:r>
            <a:r>
              <a:rPr lang="en-US" sz="2000" dirty="0" err="1" smtClean="0"/>
              <a:t>etc</a:t>
            </a:r>
            <a:r>
              <a:rPr lang="en-US" sz="2000" dirty="0" smtClean="0"/>
              <a:t>/group</a:t>
            </a:r>
          </a:p>
          <a:p>
            <a:pPr lvl="0" indent="-45720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/>
              <a:t>Найдите в результате вывода </a:t>
            </a:r>
            <a:r>
              <a:rPr lang="en-US" sz="2000" dirty="0" err="1" smtClean="0"/>
              <a:t>dmesg</a:t>
            </a:r>
            <a:r>
              <a:rPr lang="en-US" sz="2000" dirty="0" smtClean="0"/>
              <a:t> </a:t>
            </a:r>
            <a:r>
              <a:rPr lang="ru-RU" sz="2000" dirty="0" smtClean="0"/>
              <a:t>все строки, содержащие слово </a:t>
            </a:r>
            <a:r>
              <a:rPr lang="en-US" sz="2000" dirty="0" smtClean="0"/>
              <a:t>'kernel‘</a:t>
            </a:r>
          </a:p>
          <a:p>
            <a:pPr lvl="0" indent="-45720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/>
              <a:t>Подсчитайте количество строк в файле </a:t>
            </a:r>
            <a:r>
              <a:rPr lang="en-US" sz="2000" dirty="0" smtClean="0"/>
              <a:t>/</a:t>
            </a:r>
            <a:r>
              <a:rPr lang="en-US" sz="2000" dirty="0" err="1" smtClean="0"/>
              <a:t>var</a:t>
            </a:r>
            <a:r>
              <a:rPr lang="en-US" sz="2000" dirty="0" smtClean="0"/>
              <a:t>/log/kern.log</a:t>
            </a:r>
          </a:p>
          <a:p>
            <a:pPr lvl="0" indent="-457200">
              <a:spcBef>
                <a:spcPts val="0"/>
              </a:spcBef>
              <a:buSzPct val="100000"/>
              <a:buAutoNum type="arabicPeriod"/>
            </a:pPr>
            <a:r>
              <a:rPr lang="ru-RU" sz="2000" dirty="0" smtClean="0"/>
              <a:t>Отформатируйте вывод записей в </a:t>
            </a:r>
            <a:r>
              <a:rPr lang="en-US" sz="2000" dirty="0" smtClean="0"/>
              <a:t>/</a:t>
            </a:r>
            <a:r>
              <a:rPr lang="en-US" sz="2000" dirty="0" err="1" smtClean="0"/>
              <a:t>var</a:t>
            </a:r>
            <a:r>
              <a:rPr lang="en-US" sz="2000" dirty="0" smtClean="0"/>
              <a:t>/log/apt/history.log </a:t>
            </a:r>
            <a:r>
              <a:rPr lang="ru-RU" sz="2000" dirty="0" smtClean="0"/>
              <a:t>в следующем порядке</a:t>
            </a:r>
            <a:r>
              <a:rPr lang="en-US" sz="2000" dirty="0" smtClean="0"/>
              <a:t>, </a:t>
            </a:r>
            <a:r>
              <a:rPr lang="ru-RU" sz="2000" dirty="0" smtClean="0"/>
              <a:t>построчно:</a:t>
            </a:r>
          </a:p>
          <a:p>
            <a:pPr marL="457200" lvl="1" indent="0">
              <a:spcBef>
                <a:spcPts val="0"/>
              </a:spcBef>
              <a:buSzPct val="100000"/>
              <a:buNone/>
            </a:pPr>
            <a:r>
              <a:rPr lang="en-US" sz="1800" dirty="0" err="1" smtClean="0"/>
              <a:t>Commandline</a:t>
            </a:r>
            <a:r>
              <a:rPr lang="en-US" sz="1800" dirty="0" smtClean="0"/>
              <a:t>: </a:t>
            </a:r>
            <a:r>
              <a:rPr lang="ru-RU" sz="1800" dirty="0" smtClean="0"/>
              <a:t>…</a:t>
            </a:r>
            <a:r>
              <a:rPr lang="en-US" sz="1800" dirty="0" smtClean="0"/>
              <a:t> ; Start-Date</a:t>
            </a:r>
            <a:r>
              <a:rPr lang="ru-RU" sz="1800" dirty="0" smtClean="0"/>
              <a:t>: …</a:t>
            </a:r>
            <a:r>
              <a:rPr lang="en-US" sz="1800" dirty="0" smtClean="0"/>
              <a:t> ; End-Date</a:t>
            </a:r>
            <a:r>
              <a:rPr lang="ru-RU" sz="1800" dirty="0" smtClean="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751508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</a:t>
            </a:r>
            <a:r>
              <a:rPr lang="en-US" dirty="0" smtClean="0"/>
              <a:t>3</a:t>
            </a:r>
            <a:r>
              <a:rPr lang="ru-RU" dirty="0" smtClean="0"/>
              <a:t>.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623392" y="980728"/>
            <a:ext cx="1116124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Лог работы – команды и результаты в записать в файл </a:t>
            </a:r>
            <a:r>
              <a:rPr lang="en-US" sz="2000" dirty="0"/>
              <a:t>practice2_${MYUSER}_</a:t>
            </a:r>
            <a:r>
              <a:rPr lang="en-US" sz="2000" dirty="0" smtClean="0"/>
              <a:t>part</a:t>
            </a:r>
            <a:r>
              <a:rPr lang="ru-RU" sz="2000" dirty="0" smtClean="0"/>
              <a:t>3</a:t>
            </a:r>
            <a:r>
              <a:rPr lang="en-US" sz="2000" dirty="0" smtClean="0"/>
              <a:t>.log</a:t>
            </a:r>
            <a:r>
              <a:rPr lang="en-US" sz="2000" dirty="0"/>
              <a:t>, </a:t>
            </a:r>
            <a:r>
              <a:rPr lang="ru-RU" sz="2000" dirty="0"/>
              <a:t>где </a:t>
            </a:r>
            <a:r>
              <a:rPr lang="en-US" sz="2000" dirty="0"/>
              <a:t>MYUSER – </a:t>
            </a:r>
            <a:r>
              <a:rPr lang="ru-RU" sz="2000" dirty="0"/>
              <a:t>переменная с именем пользователя практики 1.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sz="2000" dirty="0" smtClean="0"/>
          </a:p>
          <a:p>
            <a:pPr lvl="0" indent="-4572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000" dirty="0" smtClean="0"/>
              <a:t>Зарегистрируйтесь на сайте </a:t>
            </a:r>
            <a:r>
              <a:rPr lang="en-US" sz="2000" dirty="0" smtClean="0"/>
              <a:t>github.com</a:t>
            </a:r>
            <a:r>
              <a:rPr lang="ru-RU" sz="2000" dirty="0" smtClean="0"/>
              <a:t>, если еще не сделали этого ран</a:t>
            </a:r>
            <a:r>
              <a:rPr lang="ru-RU" sz="2000" dirty="0"/>
              <a:t>е</a:t>
            </a:r>
            <a:r>
              <a:rPr lang="ru-RU" sz="2000" dirty="0" smtClean="0"/>
              <a:t>е</a:t>
            </a:r>
            <a:endParaRPr lang="en-US" sz="2000" dirty="0" smtClean="0"/>
          </a:p>
          <a:p>
            <a:pPr lvl="0" indent="-457200">
              <a:spcBef>
                <a:spcPts val="0"/>
              </a:spcBef>
              <a:buSzPct val="100000"/>
              <a:buAutoNum type="arabicPeriod" startAt="2"/>
            </a:pPr>
            <a:r>
              <a:rPr lang="ru-RU" sz="2000" dirty="0" smtClean="0"/>
              <a:t>Установите параметры 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ru-RU" sz="2000" dirty="0" smtClean="0"/>
              <a:t>в соответствии с вашими учетными данными: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ru-RU" sz="20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 err="1"/>
              <a:t>config</a:t>
            </a:r>
            <a:r>
              <a:rPr lang="en-US" sz="1800" dirty="0"/>
              <a:t> --global user.name </a:t>
            </a:r>
            <a:r>
              <a:rPr lang="en-US" sz="1800" dirty="0" smtClean="0"/>
              <a:t>"</a:t>
            </a:r>
            <a:r>
              <a:rPr lang="ru-RU" sz="1800" dirty="0" smtClean="0"/>
              <a:t>имя пользователя </a:t>
            </a:r>
            <a:r>
              <a:rPr lang="en-US" sz="1800" dirty="0" err="1" smtClean="0"/>
              <a:t>github</a:t>
            </a:r>
            <a:r>
              <a:rPr lang="en-US" sz="1800" dirty="0" smtClean="0"/>
              <a:t>"</a:t>
            </a:r>
            <a:endParaRPr lang="en-US" sz="1800" dirty="0"/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ru-RU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 err="1"/>
              <a:t>config</a:t>
            </a:r>
            <a:r>
              <a:rPr lang="en-US" sz="1800" dirty="0"/>
              <a:t> --global </a:t>
            </a:r>
            <a:r>
              <a:rPr lang="en-US" sz="1800" dirty="0" err="1"/>
              <a:t>user.email</a:t>
            </a:r>
            <a:r>
              <a:rPr lang="en-US" sz="1800" dirty="0"/>
              <a:t> </a:t>
            </a:r>
            <a:r>
              <a:rPr lang="ru-RU" sz="1800" dirty="0"/>
              <a:t> </a:t>
            </a:r>
            <a:r>
              <a:rPr lang="en-US" sz="1800" dirty="0" smtClean="0"/>
              <a:t>"</a:t>
            </a:r>
            <a:r>
              <a:rPr lang="ru-RU" sz="1800" dirty="0" smtClean="0"/>
              <a:t>ваш </a:t>
            </a:r>
            <a:r>
              <a:rPr lang="en-US" sz="1800" dirty="0" smtClean="0"/>
              <a:t>e-mail, </a:t>
            </a:r>
            <a:r>
              <a:rPr lang="ru-RU" sz="1800" dirty="0" smtClean="0"/>
              <a:t>использованный при регистрации</a:t>
            </a:r>
            <a:r>
              <a:rPr lang="en-US" sz="1800" dirty="0" smtClean="0"/>
              <a:t>"</a:t>
            </a:r>
          </a:p>
          <a:p>
            <a:pPr marL="0" lv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 err="1"/>
              <a:t>config</a:t>
            </a:r>
            <a:r>
              <a:rPr lang="en-US" sz="1800" dirty="0"/>
              <a:t> --global </a:t>
            </a:r>
            <a:r>
              <a:rPr lang="en-US" sz="1800" dirty="0" err="1" smtClean="0"/>
              <a:t>init.defaultBranch</a:t>
            </a:r>
            <a:r>
              <a:rPr lang="en-US" sz="1800" dirty="0" smtClean="0"/>
              <a:t> main</a:t>
            </a:r>
            <a:endParaRPr lang="en-US" sz="1800" dirty="0"/>
          </a:p>
          <a:p>
            <a:pPr lvl="0" indent="-457200">
              <a:spcBef>
                <a:spcPts val="0"/>
              </a:spcBef>
              <a:buSzPct val="100000"/>
              <a:buFont typeface="+mj-lt"/>
              <a:buAutoNum type="arabicPeriod" startAt="3"/>
            </a:pPr>
            <a:r>
              <a:rPr lang="ru-RU" sz="2000" dirty="0" smtClean="0"/>
              <a:t>Установите непосредственно программу </a:t>
            </a:r>
            <a:r>
              <a:rPr lang="en-US" sz="2000" b="1" dirty="0" err="1" smtClean="0"/>
              <a:t>git</a:t>
            </a:r>
            <a:r>
              <a:rPr lang="en-US" sz="2000" dirty="0" smtClean="0"/>
              <a:t> </a:t>
            </a:r>
            <a:r>
              <a:rPr lang="ru-RU" sz="2000" dirty="0" smtClean="0"/>
              <a:t>и</a:t>
            </a:r>
            <a:r>
              <a:rPr lang="en-US" sz="2000" dirty="0" smtClean="0"/>
              <a:t> </a:t>
            </a:r>
            <a:r>
              <a:rPr lang="ru-RU" sz="2000" dirty="0" smtClean="0"/>
              <a:t>набор утилит для управления </a:t>
            </a:r>
            <a:r>
              <a:rPr lang="en-US" sz="2000" dirty="0" err="1" smtClean="0"/>
              <a:t>github</a:t>
            </a:r>
            <a:r>
              <a:rPr lang="en-US" sz="2000" dirty="0" smtClean="0"/>
              <a:t> </a:t>
            </a:r>
            <a:r>
              <a:rPr lang="ru-RU" sz="2000" dirty="0" smtClean="0"/>
              <a:t>из командной строки </a:t>
            </a:r>
            <a:r>
              <a:rPr lang="en-US" sz="2000" b="1" dirty="0" err="1" smtClean="0"/>
              <a:t>gh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pPr marL="457200" lvl="1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apt update</a:t>
            </a:r>
          </a:p>
          <a:p>
            <a:pPr marL="457200" lvl="1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apt install 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 err="1" smtClean="0"/>
              <a:t>gh</a:t>
            </a:r>
            <a:endParaRPr lang="en-US" sz="1800" dirty="0" smtClean="0"/>
          </a:p>
          <a:p>
            <a:pPr marL="514350" indent="-514350">
              <a:spcBef>
                <a:spcPts val="0"/>
              </a:spcBef>
              <a:buSzPct val="100000"/>
              <a:buFont typeface="+mj-lt"/>
              <a:buAutoNum type="arabicPeriod" startAt="4"/>
            </a:pPr>
            <a:r>
              <a:rPr lang="ru-RU" sz="2000" dirty="0" smtClean="0"/>
              <a:t>Создайте ключ </a:t>
            </a:r>
            <a:r>
              <a:rPr lang="en-US" sz="2000" dirty="0" err="1" smtClean="0"/>
              <a:t>ssh</a:t>
            </a:r>
            <a:r>
              <a:rPr lang="en-US" sz="2000" dirty="0"/>
              <a:t>: </a:t>
            </a:r>
            <a:endParaRPr lang="en-US" sz="2000" dirty="0" smtClean="0"/>
          </a:p>
          <a:p>
            <a:pPr marL="457200" lvl="1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ssh-keygen</a:t>
            </a:r>
            <a:r>
              <a:rPr lang="en-US" sz="1800" dirty="0" smtClean="0"/>
              <a:t> </a:t>
            </a:r>
            <a:r>
              <a:rPr lang="en-US" sz="1800" dirty="0"/>
              <a:t>-t ed25519 -f ~/.</a:t>
            </a:r>
            <a:r>
              <a:rPr lang="en-US" sz="1800" dirty="0" err="1" smtClean="0"/>
              <a:t>ssh</a:t>
            </a:r>
            <a:r>
              <a:rPr lang="en-US" sz="1800" dirty="0" smtClean="0"/>
              <a:t>/</a:t>
            </a:r>
            <a:r>
              <a:rPr lang="ru-RU" sz="1800" dirty="0" err="1" smtClean="0"/>
              <a:t>название_ключа</a:t>
            </a:r>
            <a:r>
              <a:rPr lang="ru-RU" sz="1800" dirty="0" smtClean="0"/>
              <a:t> (имя пользователя </a:t>
            </a:r>
            <a:r>
              <a:rPr lang="en-US" sz="1800" dirty="0" err="1" smtClean="0"/>
              <a:t>github</a:t>
            </a:r>
            <a:r>
              <a:rPr lang="ru-RU" sz="1800" dirty="0"/>
              <a:t> </a:t>
            </a:r>
            <a:r>
              <a:rPr lang="ru-RU" sz="1800" dirty="0" smtClean="0"/>
              <a:t>или</a:t>
            </a:r>
            <a:r>
              <a:rPr lang="en-US" sz="1800" dirty="0" smtClean="0"/>
              <a:t> </a:t>
            </a:r>
            <a:r>
              <a:rPr lang="ru-RU" sz="1800" dirty="0" smtClean="0"/>
              <a:t>имя пользователя для первой практики, или на ваш вкус)</a:t>
            </a:r>
          </a:p>
          <a:p>
            <a:pPr marL="342900">
              <a:spcBef>
                <a:spcPts val="0"/>
              </a:spcBef>
              <a:buSzPct val="100000"/>
              <a:buFont typeface="+mj-lt"/>
              <a:buAutoNum type="arabicPeriod" startAt="4"/>
            </a:pPr>
            <a:r>
              <a:rPr lang="ru-RU" sz="2000" dirty="0" smtClean="0"/>
              <a:t>Подключите этот </a:t>
            </a:r>
            <a:r>
              <a:rPr lang="ru-RU" sz="2000" dirty="0" err="1" smtClean="0"/>
              <a:t>комьютер</a:t>
            </a:r>
            <a:r>
              <a:rPr lang="ru-RU" sz="2000" dirty="0" smtClean="0"/>
              <a:t> к </a:t>
            </a:r>
            <a:r>
              <a:rPr lang="en-US" sz="2000" dirty="0" err="1" smtClean="0"/>
              <a:t>github</a:t>
            </a:r>
            <a:r>
              <a:rPr lang="en-US" sz="2000" dirty="0" smtClean="0"/>
              <a:t>: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000" dirty="0"/>
              <a:t>	 </a:t>
            </a:r>
            <a:r>
              <a:rPr lang="en-US" sz="1800" dirty="0" err="1"/>
              <a:t>gh</a:t>
            </a:r>
            <a:r>
              <a:rPr lang="en-US" sz="1800" dirty="0"/>
              <a:t> </a:t>
            </a:r>
            <a:r>
              <a:rPr lang="en-US" sz="1800" dirty="0" err="1"/>
              <a:t>auth</a:t>
            </a:r>
            <a:r>
              <a:rPr lang="en-US" sz="1800" dirty="0"/>
              <a:t> login</a:t>
            </a:r>
            <a:endParaRPr lang="ru-RU" sz="1200" dirty="0" smtClean="0"/>
          </a:p>
          <a:p>
            <a:pPr marL="914400" lvl="2" indent="0">
              <a:spcBef>
                <a:spcPts val="0"/>
              </a:spcBef>
              <a:buSzPct val="100000"/>
              <a:buNone/>
            </a:pPr>
            <a:r>
              <a:rPr lang="en-US" sz="1400" dirty="0" smtClean="0"/>
              <a:t>	? </a:t>
            </a:r>
            <a:r>
              <a:rPr lang="en-US" sz="1400" dirty="0"/>
              <a:t>What account do you want to log into? </a:t>
            </a:r>
            <a:r>
              <a:rPr lang="en-US" sz="1400" b="1" dirty="0"/>
              <a:t>GitHub.com</a:t>
            </a:r>
          </a:p>
          <a:p>
            <a:pPr marL="914400" lvl="2" indent="0">
              <a:spcBef>
                <a:spcPts val="0"/>
              </a:spcBef>
              <a:buSzPct val="100000"/>
              <a:buNone/>
            </a:pPr>
            <a:r>
              <a:rPr lang="en-US" sz="1400" dirty="0" smtClean="0"/>
              <a:t>	? </a:t>
            </a:r>
            <a:r>
              <a:rPr lang="en-US" sz="1400" dirty="0"/>
              <a:t>What is your preferred protocol for </a:t>
            </a:r>
            <a:r>
              <a:rPr lang="en-US" sz="1400" dirty="0" err="1"/>
              <a:t>Git</a:t>
            </a:r>
            <a:r>
              <a:rPr lang="en-US" sz="1400" dirty="0"/>
              <a:t> operations on this host? </a:t>
            </a:r>
            <a:r>
              <a:rPr lang="en-US" sz="1400" b="1" dirty="0"/>
              <a:t>SSH</a:t>
            </a:r>
          </a:p>
          <a:p>
            <a:pPr marL="914400" lvl="2" indent="0">
              <a:spcBef>
                <a:spcPts val="0"/>
              </a:spcBef>
              <a:buSzPct val="100000"/>
              <a:buNone/>
            </a:pPr>
            <a:r>
              <a:rPr lang="en-US" sz="1400" dirty="0" smtClean="0"/>
              <a:t>	? </a:t>
            </a:r>
            <a:r>
              <a:rPr lang="en-US" sz="1400" dirty="0"/>
              <a:t>Upload your SSH public key to your GitHub account? </a:t>
            </a:r>
            <a:r>
              <a:rPr lang="en-US" sz="1400" b="1" dirty="0"/>
              <a:t>/root/.</a:t>
            </a:r>
            <a:r>
              <a:rPr lang="en-US" sz="1400" b="1" dirty="0" err="1" smtClean="0"/>
              <a:t>ssh</a:t>
            </a:r>
            <a:r>
              <a:rPr lang="en-US" sz="1400" b="1" dirty="0" smtClean="0"/>
              <a:t>/</a:t>
            </a:r>
            <a:r>
              <a:rPr lang="ru-RU" sz="1400" b="1" dirty="0" err="1" smtClean="0"/>
              <a:t>название_ключа</a:t>
            </a:r>
            <a:r>
              <a:rPr lang="en-US" sz="1400" b="1" dirty="0" smtClean="0"/>
              <a:t>.pub</a:t>
            </a:r>
            <a:endParaRPr lang="en-US" sz="1400" b="1" dirty="0"/>
          </a:p>
          <a:p>
            <a:pPr marL="914400" lvl="2" indent="0">
              <a:spcBef>
                <a:spcPts val="0"/>
              </a:spcBef>
              <a:buSzPct val="100000"/>
              <a:buNone/>
            </a:pPr>
            <a:r>
              <a:rPr lang="en-US" sz="1400" dirty="0" smtClean="0"/>
              <a:t>	? </a:t>
            </a:r>
            <a:r>
              <a:rPr lang="en-US" sz="1400" dirty="0"/>
              <a:t>Title for your SSH key: </a:t>
            </a:r>
            <a:r>
              <a:rPr lang="en-US" sz="1400" dirty="0" smtClean="0"/>
              <a:t>eltex-practice2-pg</a:t>
            </a:r>
            <a:r>
              <a:rPr lang="en-US" sz="1400" b="1" dirty="0" smtClean="0"/>
              <a:t>X</a:t>
            </a:r>
            <a:r>
              <a:rPr lang="en-US" sz="1400" dirty="0" smtClean="0"/>
              <a:t>-v</a:t>
            </a:r>
            <a:r>
              <a:rPr lang="en-US" sz="1400" b="1" dirty="0" smtClean="0"/>
              <a:t>Y</a:t>
            </a:r>
            <a:endParaRPr lang="en-US" sz="1400" b="1" dirty="0"/>
          </a:p>
          <a:p>
            <a:pPr marL="914400" lvl="2" indent="0">
              <a:spcBef>
                <a:spcPts val="0"/>
              </a:spcBef>
              <a:buSzPct val="100000"/>
              <a:buNone/>
            </a:pPr>
            <a:r>
              <a:rPr lang="en-US" sz="1400" dirty="0" smtClean="0"/>
              <a:t>	? </a:t>
            </a:r>
            <a:r>
              <a:rPr lang="en-US" sz="1400" dirty="0"/>
              <a:t>How would you like to authenticate GitHub CLI? </a:t>
            </a:r>
            <a:r>
              <a:rPr lang="en-US" sz="1400" b="1" dirty="0"/>
              <a:t>Login with a web browser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 smtClean="0"/>
              <a:t>	Если вы выполняете команды из текстовой консоли, то браузер не откроется автоматически, необходимо на вашем рабочем компьютере открыть сайт </a:t>
            </a:r>
            <a:r>
              <a:rPr lang="en-US" sz="2000" b="1" dirty="0">
                <a:hlinkClick r:id="rId3"/>
              </a:rPr>
              <a:t>https://</a:t>
            </a:r>
            <a:r>
              <a:rPr lang="en-US" sz="2000" b="1" dirty="0" smtClean="0">
                <a:hlinkClick r:id="rId3"/>
              </a:rPr>
              <a:t>github.com/login/device</a:t>
            </a:r>
            <a:r>
              <a:rPr lang="ru-RU" sz="2000" dirty="0"/>
              <a:t> </a:t>
            </a:r>
            <a:r>
              <a:rPr lang="ru-RU" sz="2000" dirty="0" smtClean="0"/>
              <a:t>и ввести код авторизации из лога: «</a:t>
            </a:r>
            <a:r>
              <a:rPr lang="en-US" sz="2000" dirty="0"/>
              <a:t>First copy your one-time </a:t>
            </a:r>
            <a:r>
              <a:rPr lang="en-US" sz="2000" dirty="0" smtClean="0"/>
              <a:t>code:</a:t>
            </a:r>
            <a:r>
              <a:rPr lang="ru-RU" sz="2000" dirty="0" smtClean="0"/>
              <a:t> </a:t>
            </a:r>
            <a:r>
              <a:rPr lang="ru-RU" sz="2000" b="1" dirty="0" smtClean="0"/>
              <a:t>…</a:t>
            </a:r>
            <a:r>
              <a:rPr lang="ru-RU" sz="2000" dirty="0" smtClean="0"/>
              <a:t>»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840901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</a:t>
            </a:r>
            <a:r>
              <a:rPr lang="en-US" dirty="0" smtClean="0"/>
              <a:t>3</a:t>
            </a:r>
            <a:r>
              <a:rPr lang="ru-RU" dirty="0" smtClean="0"/>
              <a:t>.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623392" y="980728"/>
            <a:ext cx="1116124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000" dirty="0" smtClean="0"/>
              <a:t>Укажите автоматическую авторизацию только для сайта </a:t>
            </a:r>
            <a:r>
              <a:rPr lang="en-US" sz="2000" dirty="0" smtClean="0"/>
              <a:t>github.com:</a:t>
            </a:r>
          </a:p>
          <a:p>
            <a:pPr marL="457200" lvl="1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gh</a:t>
            </a:r>
            <a:r>
              <a:rPr lang="en-US" sz="1800" dirty="0" smtClean="0"/>
              <a:t> </a:t>
            </a:r>
            <a:r>
              <a:rPr lang="en-US" sz="1800" dirty="0" err="1"/>
              <a:t>auth</a:t>
            </a:r>
            <a:r>
              <a:rPr lang="en-US" sz="1800" dirty="0"/>
              <a:t> setup-</a:t>
            </a:r>
            <a:r>
              <a:rPr lang="en-US" sz="1800" dirty="0" err="1"/>
              <a:t>git</a:t>
            </a:r>
            <a:r>
              <a:rPr lang="en-US" sz="1800" dirty="0"/>
              <a:t> --hostname </a:t>
            </a:r>
            <a:r>
              <a:rPr lang="en-US" sz="1800" dirty="0" smtClean="0"/>
              <a:t>github.com</a:t>
            </a:r>
          </a:p>
          <a:p>
            <a:pPr marL="3429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000" dirty="0" smtClean="0"/>
              <a:t>Убедиться, что все в порядке можно командой</a:t>
            </a:r>
            <a:r>
              <a:rPr lang="en-US" sz="2000" dirty="0"/>
              <a:t>:</a:t>
            </a:r>
            <a:r>
              <a:rPr lang="ru-RU" sz="2000" dirty="0" smtClean="0"/>
              <a:t> </a:t>
            </a:r>
            <a:r>
              <a:rPr lang="en-US" sz="2000" dirty="0" err="1" smtClean="0"/>
              <a:t>gh</a:t>
            </a:r>
            <a:r>
              <a:rPr lang="en-US" sz="2000" dirty="0" smtClean="0"/>
              <a:t> </a:t>
            </a:r>
            <a:r>
              <a:rPr lang="en-US" sz="2000" dirty="0" err="1" smtClean="0"/>
              <a:t>auth</a:t>
            </a:r>
            <a:r>
              <a:rPr lang="en-US" sz="2000" dirty="0" smtClean="0"/>
              <a:t> status</a:t>
            </a:r>
          </a:p>
          <a:p>
            <a:pPr marL="3429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000" dirty="0" smtClean="0"/>
              <a:t>Создайте </a:t>
            </a:r>
            <a:r>
              <a:rPr lang="ru-RU" sz="2000" dirty="0" err="1" smtClean="0"/>
              <a:t>репозиторий</a:t>
            </a:r>
            <a:r>
              <a:rPr lang="ru-RU" sz="2000" dirty="0" smtClean="0"/>
              <a:t> на сервере </a:t>
            </a:r>
            <a:r>
              <a:rPr lang="en-US" sz="2000" dirty="0" err="1" smtClean="0"/>
              <a:t>github</a:t>
            </a:r>
            <a:r>
              <a:rPr lang="en-US" sz="2000" dirty="0" smtClean="0"/>
              <a:t>: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000" dirty="0"/>
              <a:t>	</a:t>
            </a:r>
            <a:r>
              <a:rPr lang="it-IT" sz="2000" dirty="0"/>
              <a:t> </a:t>
            </a:r>
            <a:r>
              <a:rPr lang="it-IT" sz="1800" dirty="0"/>
              <a:t>gh repo create </a:t>
            </a:r>
            <a:r>
              <a:rPr lang="it-IT" sz="1800" dirty="0" smtClean="0"/>
              <a:t>--public </a:t>
            </a:r>
            <a:r>
              <a:rPr lang="ru-RU" sz="1800" dirty="0" err="1" smtClean="0"/>
              <a:t>название_репозитория</a:t>
            </a:r>
            <a:endParaRPr lang="ru-RU" sz="1800" dirty="0" smtClean="0"/>
          </a:p>
          <a:p>
            <a:pPr marL="342900">
              <a:spcBef>
                <a:spcPts val="0"/>
              </a:spcBef>
              <a:buSzPct val="100000"/>
              <a:buFont typeface="+mj-lt"/>
              <a:buAutoNum type="arabicPeriod" startAt="9"/>
            </a:pPr>
            <a:r>
              <a:rPr lang="ru-RU" sz="2000" dirty="0" smtClean="0"/>
              <a:t>Пора наполнить его: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	</a:t>
            </a:r>
            <a:r>
              <a:rPr lang="en-US" sz="1800" dirty="0" err="1" smtClean="0"/>
              <a:t>mkdir</a:t>
            </a:r>
            <a:r>
              <a:rPr lang="en-US" sz="1800" dirty="0" smtClean="0"/>
              <a:t> ~/</a:t>
            </a:r>
            <a:r>
              <a:rPr lang="ru-RU" sz="1800" dirty="0" err="1" smtClean="0"/>
              <a:t>название_репозитория</a:t>
            </a:r>
            <a:r>
              <a:rPr lang="en-US" sz="1800" dirty="0" smtClean="0"/>
              <a:t> &amp;&amp; cd </a:t>
            </a:r>
            <a:r>
              <a:rPr lang="en-US" sz="1800" dirty="0"/>
              <a:t>~/</a:t>
            </a:r>
            <a:r>
              <a:rPr lang="ru-RU" sz="1800" dirty="0" err="1" smtClean="0"/>
              <a:t>название_репозитория</a:t>
            </a:r>
            <a:endParaRPr lang="en-US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smtClean="0"/>
              <a:t>echo </a:t>
            </a:r>
            <a:r>
              <a:rPr lang="en-US" sz="1800" dirty="0"/>
              <a:t>"# </a:t>
            </a:r>
            <a:r>
              <a:rPr lang="ru-RU" sz="1800" dirty="0" err="1" smtClean="0"/>
              <a:t>краткое_описание_репозитория</a:t>
            </a:r>
            <a:r>
              <a:rPr lang="en-US" sz="1800" dirty="0" smtClean="0"/>
              <a:t>" </a:t>
            </a:r>
            <a:r>
              <a:rPr lang="en-US" sz="1800" dirty="0"/>
              <a:t>&gt;&gt; </a:t>
            </a:r>
            <a:r>
              <a:rPr lang="en-US" sz="1800" dirty="0" smtClean="0"/>
              <a:t>README.md</a:t>
            </a:r>
            <a:endParaRPr lang="ru-RU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 err="1" smtClean="0"/>
              <a:t>init</a:t>
            </a:r>
            <a:endParaRPr lang="ru-RU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add README.md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/>
              <a:t>commit -m "first </a:t>
            </a:r>
            <a:r>
              <a:rPr lang="en-US" sz="1800" dirty="0" smtClean="0"/>
              <a:t>commit"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/>
              <a:t>branch -M main</a:t>
            </a:r>
            <a:endParaRPr lang="ru-RU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1800" dirty="0"/>
              <a:t>	</a:t>
            </a:r>
            <a:r>
              <a:rPr lang="en-US" sz="1800" dirty="0" err="1"/>
              <a:t>git</a:t>
            </a:r>
            <a:r>
              <a:rPr lang="en-US" sz="1800" dirty="0"/>
              <a:t> remote add origin </a:t>
            </a:r>
            <a:r>
              <a:rPr lang="en-US" sz="1800" dirty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github.com/</a:t>
            </a:r>
            <a:r>
              <a:rPr lang="ru-RU" sz="1800" b="1" dirty="0" err="1" smtClean="0">
                <a:hlinkClick r:id="rId3"/>
              </a:rPr>
              <a:t>имя_пользователя</a:t>
            </a:r>
            <a:r>
              <a:rPr lang="ru-RU" sz="1800" b="1" dirty="0" smtClean="0">
                <a:hlinkClick r:id="rId3"/>
              </a:rPr>
              <a:t>_</a:t>
            </a:r>
            <a:r>
              <a:rPr lang="en-US" sz="1800" b="1" dirty="0" err="1" smtClean="0">
                <a:hlinkClick r:id="rId3"/>
              </a:rPr>
              <a:t>github</a:t>
            </a:r>
            <a:r>
              <a:rPr lang="en-US" sz="1800" dirty="0" smtClean="0">
                <a:hlinkClick r:id="rId3"/>
              </a:rPr>
              <a:t>/</a:t>
            </a:r>
            <a:r>
              <a:rPr lang="ru-RU" sz="1800" b="1" dirty="0" err="1" smtClean="0">
                <a:hlinkClick r:id="rId3"/>
              </a:rPr>
              <a:t>название_репозитория</a:t>
            </a:r>
            <a:r>
              <a:rPr lang="en-US" sz="1800" dirty="0" smtClean="0">
                <a:hlinkClick r:id="rId3"/>
              </a:rPr>
              <a:t>.</a:t>
            </a:r>
            <a:r>
              <a:rPr lang="en-US" sz="1800" dirty="0" err="1" smtClean="0">
                <a:hlinkClick r:id="rId3"/>
              </a:rPr>
              <a:t>git</a:t>
            </a:r>
            <a:endParaRPr lang="en-US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	</a:t>
            </a:r>
            <a:r>
              <a:rPr lang="en-US" sz="1800" dirty="0" err="1"/>
              <a:t>git</a:t>
            </a:r>
            <a:r>
              <a:rPr lang="en-US" sz="1800" dirty="0"/>
              <a:t> </a:t>
            </a:r>
            <a:r>
              <a:rPr lang="en-US" sz="1800" dirty="0" smtClean="0"/>
              <a:t>status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/>
              <a:t>git</a:t>
            </a:r>
            <a:r>
              <a:rPr lang="en-US" sz="1800" dirty="0"/>
              <a:t> push -u origin main</a:t>
            </a:r>
            <a:endParaRPr lang="ru-RU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1800" dirty="0"/>
              <a:t>	</a:t>
            </a:r>
            <a:r>
              <a:rPr lang="en-US" sz="1800" dirty="0" err="1" smtClean="0"/>
              <a:t>mkdir</a:t>
            </a:r>
            <a:r>
              <a:rPr lang="en-US" sz="1800" dirty="0" smtClean="0"/>
              <a:t> -p module1/task1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/>
              <a:t>mkdir</a:t>
            </a:r>
            <a:r>
              <a:rPr lang="en-US" sz="1800" dirty="0"/>
              <a:t> </a:t>
            </a:r>
            <a:r>
              <a:rPr lang="en-US" sz="1800" dirty="0" smtClean="0"/>
              <a:t>module1/task2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/>
              <a:t>mkdir</a:t>
            </a:r>
            <a:r>
              <a:rPr lang="en-US" sz="1800" dirty="0"/>
              <a:t> </a:t>
            </a:r>
            <a:r>
              <a:rPr lang="en-US" sz="1800" dirty="0" smtClean="0"/>
              <a:t>module1/task3</a:t>
            </a:r>
            <a:endParaRPr lang="ru-RU" sz="1800" dirty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	(</a:t>
            </a:r>
            <a:r>
              <a:rPr lang="ru-RU" sz="1800" dirty="0" smtClean="0"/>
              <a:t>скопируйте с сервера для 1 практики отчеты в каталоги </a:t>
            </a:r>
            <a:r>
              <a:rPr lang="en-US" sz="1800" dirty="0" smtClean="0"/>
              <a:t>task* </a:t>
            </a:r>
            <a:r>
              <a:rPr lang="ru-RU" sz="1800" dirty="0" smtClean="0"/>
              <a:t>используя команду </a:t>
            </a:r>
            <a:r>
              <a:rPr lang="en-US" sz="1800" dirty="0" err="1" smtClean="0"/>
              <a:t>scp</a:t>
            </a:r>
            <a:r>
              <a:rPr lang="en-US" sz="1800" dirty="0" smtClean="0"/>
              <a:t>)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add 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status</a:t>
            </a:r>
            <a:endParaRPr lang="ru-RU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commit (</a:t>
            </a:r>
            <a:r>
              <a:rPr lang="ru-RU" sz="1800" dirty="0" smtClean="0"/>
              <a:t>введите комментарий)</a:t>
            </a:r>
            <a:endParaRPr lang="en-US" sz="18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push</a:t>
            </a:r>
            <a:endParaRPr lang="ru-RU" sz="1800" dirty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 smtClean="0"/>
              <a:t>	</a:t>
            </a:r>
            <a:endParaRPr lang="ru-RU" sz="1800" dirty="0" smtClean="0"/>
          </a:p>
        </p:txBody>
      </p:sp>
    </p:spTree>
    <p:extLst>
      <p:ext uri="{BB962C8B-B14F-4D97-AF65-F5344CB8AC3E}">
        <p14:creationId xmlns:p14="http://schemas.microsoft.com/office/powerpoint/2010/main" val="1074998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Задания. Раздел </a:t>
            </a:r>
            <a:r>
              <a:rPr lang="en-US" dirty="0" smtClean="0"/>
              <a:t>3</a:t>
            </a:r>
            <a:r>
              <a:rPr lang="ru-RU" dirty="0" smtClean="0"/>
              <a:t>.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623392" y="980728"/>
            <a:ext cx="11161240" cy="56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0"/>
              </a:spcBef>
              <a:buSzPct val="100000"/>
              <a:buFont typeface="+mj-lt"/>
              <a:buAutoNum type="arabicPeriod" startAt="10"/>
            </a:pPr>
            <a:r>
              <a:rPr lang="ru-RU" sz="2000" dirty="0" smtClean="0"/>
              <a:t>Клонируйте ваш </a:t>
            </a:r>
            <a:r>
              <a:rPr lang="ru-RU" sz="2000" dirty="0" err="1" smtClean="0"/>
              <a:t>репозиторий</a:t>
            </a:r>
            <a:r>
              <a:rPr lang="ru-RU" sz="2000" dirty="0" smtClean="0"/>
              <a:t>:</a:t>
            </a:r>
          </a:p>
          <a:p>
            <a:pPr marL="457200" lvl="1" indent="0">
              <a:spcBef>
                <a:spcPts val="0"/>
              </a:spcBef>
              <a:buSzPct val="100000"/>
              <a:buNone/>
            </a:pPr>
            <a:r>
              <a:rPr lang="ru-RU" sz="1800" dirty="0" smtClean="0"/>
              <a:t>	</a:t>
            </a:r>
            <a:r>
              <a:rPr lang="en-US" sz="1800" dirty="0" err="1" smtClean="0"/>
              <a:t>mkdir</a:t>
            </a:r>
            <a:r>
              <a:rPr lang="en-US" sz="1800" dirty="0" smtClean="0"/>
              <a:t> </a:t>
            </a:r>
            <a:r>
              <a:rPr lang="en-US" sz="1800" dirty="0"/>
              <a:t>~/</a:t>
            </a:r>
            <a:r>
              <a:rPr lang="ru-RU" sz="1800" dirty="0" err="1" smtClean="0"/>
              <a:t>название_репозитория</a:t>
            </a:r>
            <a:r>
              <a:rPr lang="en-US" sz="1800" dirty="0" smtClean="0"/>
              <a:t>_clone </a:t>
            </a:r>
            <a:r>
              <a:rPr lang="en-US" sz="1800" dirty="0"/>
              <a:t>&amp;&amp; cd ~/</a:t>
            </a:r>
            <a:r>
              <a:rPr lang="ru-RU" sz="1800" dirty="0" err="1" smtClean="0"/>
              <a:t>название_репозитория</a:t>
            </a:r>
            <a:r>
              <a:rPr lang="ru-RU" sz="1800" dirty="0" smtClean="0"/>
              <a:t>_</a:t>
            </a:r>
            <a:r>
              <a:rPr lang="en-US" sz="1800" dirty="0" smtClean="0"/>
              <a:t>clone</a:t>
            </a:r>
          </a:p>
          <a:p>
            <a:pPr marL="457200" lvl="1" indent="0">
              <a:spcBef>
                <a:spcPts val="0"/>
              </a:spcBef>
              <a:buSzPct val="100000"/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clone </a:t>
            </a:r>
            <a:r>
              <a:rPr lang="en-US" sz="1800" dirty="0">
                <a:hlinkClick r:id="rId3"/>
              </a:rPr>
              <a:t>https://github.com/</a:t>
            </a:r>
            <a:r>
              <a:rPr lang="ru-RU" sz="1800" b="1" dirty="0" err="1">
                <a:hlinkClick r:id="rId3"/>
              </a:rPr>
              <a:t>имя_пользователя</a:t>
            </a:r>
            <a:r>
              <a:rPr lang="ru-RU" sz="1800" b="1" dirty="0">
                <a:hlinkClick r:id="rId3"/>
              </a:rPr>
              <a:t>_</a:t>
            </a:r>
            <a:r>
              <a:rPr lang="en-US" sz="1800" b="1" dirty="0" err="1">
                <a:hlinkClick r:id="rId3"/>
              </a:rPr>
              <a:t>github</a:t>
            </a:r>
            <a:r>
              <a:rPr lang="en-US" sz="1800" dirty="0">
                <a:hlinkClick r:id="rId3"/>
              </a:rPr>
              <a:t>/</a:t>
            </a:r>
            <a:r>
              <a:rPr lang="ru-RU" sz="1800" b="1" dirty="0" err="1">
                <a:hlinkClick r:id="rId3"/>
              </a:rPr>
              <a:t>название_репозитория</a:t>
            </a:r>
            <a:r>
              <a:rPr lang="en-US" sz="1800" dirty="0" smtClean="0">
                <a:hlinkClick r:id="rId3"/>
              </a:rPr>
              <a:t>.</a:t>
            </a:r>
            <a:r>
              <a:rPr lang="en-US" sz="1800" dirty="0" err="1" smtClean="0">
                <a:hlinkClick r:id="rId3"/>
              </a:rPr>
              <a:t>git</a:t>
            </a:r>
            <a:r>
              <a:rPr lang="en-US" sz="1800" dirty="0" smtClean="0"/>
              <a:t> .</a:t>
            </a:r>
            <a:r>
              <a:rPr lang="ru-RU" sz="1800" dirty="0" smtClean="0"/>
              <a:t> (</a:t>
            </a:r>
            <a:r>
              <a:rPr lang="en-US" sz="1800" dirty="0" err="1" smtClean="0"/>
              <a:t>nb</a:t>
            </a:r>
            <a:r>
              <a:rPr lang="en-US" sz="1800" dirty="0" smtClean="0"/>
              <a:t>! </a:t>
            </a:r>
            <a:r>
              <a:rPr lang="ru-RU" sz="1800" dirty="0" smtClean="0"/>
              <a:t>точка)</a:t>
            </a:r>
            <a:endParaRPr lang="en-US" sz="1800" dirty="0" smtClean="0"/>
          </a:p>
          <a:p>
            <a:pPr indent="-457200">
              <a:spcBef>
                <a:spcPts val="0"/>
              </a:spcBef>
              <a:buSzPct val="100000"/>
              <a:buFont typeface="+mj-lt"/>
              <a:buAutoNum type="arabicPeriod" startAt="10"/>
            </a:pPr>
            <a:r>
              <a:rPr lang="ru-RU" sz="2000" dirty="0" smtClean="0"/>
              <a:t>Внесите изменение в основном каталоге, не забыв про </a:t>
            </a:r>
            <a:r>
              <a:rPr lang="en-US" sz="2000" dirty="0" err="1" smtClean="0"/>
              <a:t>git</a:t>
            </a:r>
            <a:r>
              <a:rPr lang="en-US" sz="2000" dirty="0" smtClean="0"/>
              <a:t> add/commit/push, </a:t>
            </a:r>
            <a:r>
              <a:rPr lang="ru-RU" sz="2000" dirty="0" smtClean="0"/>
              <a:t>выполните в каталоге с клоном</a:t>
            </a:r>
            <a:r>
              <a:rPr lang="ru-RU" sz="2000" dirty="0"/>
              <a:t>:</a:t>
            </a:r>
            <a:r>
              <a:rPr lang="ru-RU" sz="2000" dirty="0" smtClean="0"/>
              <a:t> 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fetch </a:t>
            </a:r>
            <a:endParaRPr lang="ru-RU" sz="20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	</a:t>
            </a:r>
            <a:r>
              <a:rPr lang="en-US" sz="2000" dirty="0" err="1"/>
              <a:t>git</a:t>
            </a:r>
            <a:r>
              <a:rPr lang="en-US" sz="2000" dirty="0"/>
              <a:t> log origin/main</a:t>
            </a:r>
            <a:endParaRPr lang="ru-RU" sz="20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/>
              <a:t>diff main </a:t>
            </a:r>
            <a:r>
              <a:rPr lang="en-US" sz="2000" dirty="0" smtClean="0"/>
              <a:t>origin/main</a:t>
            </a:r>
            <a:endParaRPr lang="ru-RU" sz="20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ru-RU" sz="2000" dirty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merge</a:t>
            </a:r>
            <a:r>
              <a:rPr lang="ru-RU" sz="2000" dirty="0" smtClean="0"/>
              <a:t> (для автоматического слияния используйте </a:t>
            </a:r>
            <a:r>
              <a:rPr lang="en-US" sz="2000" dirty="0" err="1" smtClean="0"/>
              <a:t>git</a:t>
            </a:r>
            <a:r>
              <a:rPr lang="en-US" sz="2000" dirty="0" smtClean="0"/>
              <a:t> pull</a:t>
            </a:r>
            <a:r>
              <a:rPr lang="ru-RU" sz="2000" dirty="0" smtClean="0"/>
              <a:t> вместо </a:t>
            </a:r>
            <a:r>
              <a:rPr lang="en-US" sz="2000" dirty="0" err="1" smtClean="0"/>
              <a:t>fetch+merge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 indent="-457200">
              <a:spcBef>
                <a:spcPts val="0"/>
              </a:spcBef>
              <a:buSzPct val="100000"/>
              <a:buFont typeface="+mj-lt"/>
              <a:buAutoNum type="arabicPeriod" startAt="10"/>
            </a:pPr>
            <a:r>
              <a:rPr lang="ru-RU" sz="2000" dirty="0" smtClean="0"/>
              <a:t>Повторите п.</a:t>
            </a:r>
            <a:r>
              <a:rPr lang="en-US" sz="2000" dirty="0" smtClean="0"/>
              <a:t>9</a:t>
            </a:r>
            <a:r>
              <a:rPr lang="ru-RU" sz="2000" dirty="0" smtClean="0"/>
              <a:t> начиная с создания каталогов для отчета по второй практике</a:t>
            </a:r>
          </a:p>
          <a:p>
            <a:pPr indent="-457200">
              <a:spcBef>
                <a:spcPts val="0"/>
              </a:spcBef>
              <a:buSzPct val="100000"/>
              <a:buFont typeface="+mj-lt"/>
              <a:buAutoNum type="arabicPeriod" startAt="10"/>
            </a:pPr>
            <a:r>
              <a:rPr lang="ru-RU" sz="2000" dirty="0" smtClean="0"/>
              <a:t>Отправьте ссылку на ваш </a:t>
            </a:r>
            <a:r>
              <a:rPr lang="ru-RU" sz="2000" dirty="0" err="1" smtClean="0"/>
              <a:t>репозиторий</a:t>
            </a:r>
            <a:r>
              <a:rPr lang="ru-RU" sz="2000" dirty="0" smtClean="0"/>
              <a:t> преподавателю в </a:t>
            </a:r>
            <a:r>
              <a:rPr lang="en-US" sz="2000" dirty="0" smtClean="0"/>
              <a:t>telegram, </a:t>
            </a:r>
            <a:r>
              <a:rPr lang="ru-RU" sz="2000" dirty="0" smtClean="0"/>
              <a:t>если в имени нет ФИО – дополните сообщение, пожалуйста. Вы конечно представлялись</a:t>
            </a:r>
            <a:r>
              <a:rPr lang="en-US" sz="2000" smtClean="0"/>
              <a:t> </a:t>
            </a:r>
            <a:r>
              <a:rPr lang="ru-RU" sz="2000" smtClean="0"/>
              <a:t>в </a:t>
            </a:r>
            <a:r>
              <a:rPr lang="ru-RU" sz="2000" dirty="0" smtClean="0"/>
              <a:t>общем чате, но искать в истории немножко тоскливо.</a:t>
            </a:r>
            <a:endParaRPr lang="en-US" sz="2000" dirty="0"/>
          </a:p>
          <a:p>
            <a:pPr marL="457200" lvl="1" indent="0"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457200" lvl="1" indent="0">
              <a:spcBef>
                <a:spcPts val="0"/>
              </a:spcBef>
              <a:buSzPct val="100000"/>
              <a:buNone/>
            </a:pPr>
            <a:endParaRPr lang="ru-RU" sz="1800" dirty="0" smtClean="0"/>
          </a:p>
        </p:txBody>
      </p:sp>
    </p:spTree>
    <p:extLst>
      <p:ext uri="{BB962C8B-B14F-4D97-AF65-F5344CB8AC3E}">
        <p14:creationId xmlns:p14="http://schemas.microsoft.com/office/powerpoint/2010/main" val="27841792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1429</Words>
  <Application>Microsoft Office PowerPoint</Application>
  <PresentationFormat>Произвольный</PresentationFormat>
  <Paragraphs>189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Open Sans</vt:lpstr>
      <vt:lpstr>Times New Roman</vt:lpstr>
      <vt:lpstr>Calibri</vt:lpstr>
      <vt:lpstr>Тема Office</vt:lpstr>
      <vt:lpstr>Элтекс</vt:lpstr>
      <vt:lpstr>Темы</vt:lpstr>
      <vt:lpstr>sed – потоковый текстовый редактор</vt:lpstr>
      <vt:lpstr>Презентация PowerPoint</vt:lpstr>
      <vt:lpstr>Презентация PowerPoint</vt:lpstr>
      <vt:lpstr>Удалить строку</vt:lpstr>
      <vt:lpstr>Добавить строку </vt:lpstr>
      <vt:lpstr>Замена строки</vt:lpstr>
      <vt:lpstr>Замена символов</vt:lpstr>
      <vt:lpstr>Вывод номера строк</vt:lpstr>
      <vt:lpstr>Вставка данных из файла</vt:lpstr>
      <vt:lpstr>Найти файл</vt:lpstr>
      <vt:lpstr>Параметры (только полезные)</vt:lpstr>
      <vt:lpstr>Критерии (только основные)</vt:lpstr>
      <vt:lpstr>Ограничение глубины поиска</vt:lpstr>
      <vt:lpstr>Несколько критериев</vt:lpstr>
      <vt:lpstr>Tar</vt:lpstr>
      <vt:lpstr>Презентация PowerPoint</vt:lpstr>
      <vt:lpstr>Задания. Раздел 1. </vt:lpstr>
      <vt:lpstr>Задания. Раздел 1.</vt:lpstr>
      <vt:lpstr>Задания. Раздел 2.</vt:lpstr>
      <vt:lpstr>Задания. Раздел 3.</vt:lpstr>
      <vt:lpstr>Задания. Раздел 3.</vt:lpstr>
      <vt:lpstr>Задания. Раздел 3.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Элтекс</dc:title>
  <dc:creator>nes</dc:creator>
  <cp:lastModifiedBy>Sergei</cp:lastModifiedBy>
  <cp:revision>39</cp:revision>
  <dcterms:created xsi:type="dcterms:W3CDTF">2022-10-12T14:51:52Z</dcterms:created>
  <dcterms:modified xsi:type="dcterms:W3CDTF">2026-03-12T08:10:48Z</dcterms:modified>
</cp:coreProperties>
</file>